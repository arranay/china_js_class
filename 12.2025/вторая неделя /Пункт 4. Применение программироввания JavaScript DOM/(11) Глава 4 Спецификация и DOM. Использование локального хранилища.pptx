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>
  <p:sldMasterIdLst>
    <p:sldMasterId id="2147483648" r:id="rId1"/>
  </p:sldMasterIdLst>
  <p:notesMasterIdLst>
    <p:notesMasterId r:id="rId6"/>
  </p:notesMasterIdLst>
  <p:sldIdLst>
    <p:sldId id="256" r:id="rId3"/>
    <p:sldId id="257" r:id="rId4"/>
    <p:sldId id="258" r:id="rId5"/>
    <p:sldId id="259" r:id="rId7"/>
    <p:sldId id="281" r:id="rId8"/>
    <p:sldId id="284" r:id="rId9"/>
    <p:sldId id="285" r:id="rId10"/>
    <p:sldId id="286" r:id="rId11"/>
    <p:sldId id="260" r:id="rId12"/>
    <p:sldId id="261" r:id="rId13"/>
    <p:sldId id="262" r:id="rId14"/>
    <p:sldId id="263" r:id="rId15"/>
    <p:sldId id="287" r:id="rId16"/>
    <p:sldId id="264" r:id="rId17"/>
    <p:sldId id="265" r:id="rId18"/>
    <p:sldId id="266" r:id="rId19"/>
    <p:sldId id="267" r:id="rId20"/>
    <p:sldId id="271" r:id="rId21"/>
    <p:sldId id="282" r:id="rId22"/>
    <p:sldId id="272" r:id="rId23"/>
    <p:sldId id="283" r:id="rId24"/>
    <p:sldId id="273" r:id="rId25"/>
    <p:sldId id="280" r:id="rId2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1" autoAdjust="0"/>
    <p:restoredTop sz="94660"/>
  </p:normalViewPr>
  <p:slideViewPr>
    <p:cSldViewPr snapToGrid="0">
      <p:cViewPr varScale="1">
        <p:scale>
          <a:sx n="53" d="100"/>
          <a:sy n="53" d="100"/>
        </p:scale>
        <p:origin x="180" y="5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notesMaster" Target="notesMasters/notesMaster1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9" Type="http://schemas.openxmlformats.org/officeDocument/2006/relationships/tableStyles" Target="tableStyles.xml"/><Relationship Id="rId28" Type="http://schemas.openxmlformats.org/officeDocument/2006/relationships/viewProps" Target="viewProps.xml"/><Relationship Id="rId27" Type="http://schemas.openxmlformats.org/officeDocument/2006/relationships/presProps" Target="presProps.xml"/><Relationship Id="rId26" Type="http://schemas.openxmlformats.org/officeDocument/2006/relationships/slide" Target="slides/slide23.xml"/><Relationship Id="rId25" Type="http://schemas.openxmlformats.org/officeDocument/2006/relationships/slide" Target="slides/slide22.xml"/><Relationship Id="rId24" Type="http://schemas.openxmlformats.org/officeDocument/2006/relationships/slide" Target="slides/slide21.xml"/><Relationship Id="rId23" Type="http://schemas.openxmlformats.org/officeDocument/2006/relationships/slide" Target="slides/slide20.xml"/><Relationship Id="rId22" Type="http://schemas.openxmlformats.org/officeDocument/2006/relationships/slide" Target="slides/slide19.xml"/><Relationship Id="rId21" Type="http://schemas.openxmlformats.org/officeDocument/2006/relationships/slide" Target="slides/slide18.xml"/><Relationship Id="rId20" Type="http://schemas.openxmlformats.org/officeDocument/2006/relationships/slide" Target="slides/slide17.xml"/><Relationship Id="rId2" Type="http://schemas.openxmlformats.org/officeDocument/2006/relationships/theme" Target="theme/theme1.xml"/><Relationship Id="rId19" Type="http://schemas.openxmlformats.org/officeDocument/2006/relationships/slide" Target="slides/slide16.xml"/><Relationship Id="rId18" Type="http://schemas.openxmlformats.org/officeDocument/2006/relationships/slide" Target="slides/slide15.xml"/><Relationship Id="rId17" Type="http://schemas.openxmlformats.org/officeDocument/2006/relationships/slide" Target="slides/slide14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EFD42F7-718C-4B98-AAEC-167E6DDD60A7}" type="datetimeFigureOut">
              <a:rPr lang="en-US" smtClean="0"/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1B2AA4F-B828-4D7C-AFD3-893933DAFCB4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Text Placeholder 2"/>
          <p:cNvSpPr>
            <a:spLocks noGrp="1"/>
          </p:cNvSpPr>
          <p:nvPr>
            <p:ph type="body" idx="3"/>
          </p:nvPr>
        </p:nvSpPr>
        <p:spPr/>
        <p:txBody>
          <a:bodyPr/>
          <a:p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  <p:hf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  <p:hf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  <p:hf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  <p:hf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  <p:hf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  <p:hf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  <p:hf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  <p:hf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  <p:hf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  <p:hf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  <p:hf hdr="0" ftr="0" dt="0"/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7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7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7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7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7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7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7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7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7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.png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3.png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9" name="Google Shape;84;p1"/>
          <p:cNvSpPr/>
          <p:nvPr/>
        </p:nvSpPr>
        <p:spPr>
          <a:xfrm>
            <a:off x="0" y="316603"/>
            <a:ext cx="12192000" cy="898525"/>
          </a:xfrm>
          <a:prstGeom prst="rect">
            <a:avLst/>
          </a:prstGeom>
          <a:solidFill>
            <a:schemeClr val="accent1">
              <a:alpha val="45882"/>
            </a:schemeClr>
          </a:solidFill>
          <a:ln w="12700" cap="flat" cmpd="sng">
            <a:solidFill>
              <a:srgbClr val="3A5F8B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10" name="Google Shape;85;p1"/>
          <p:cNvSpPr/>
          <p:nvPr/>
        </p:nvSpPr>
        <p:spPr>
          <a:xfrm>
            <a:off x="260985" y="438700"/>
            <a:ext cx="10276727" cy="9429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t" anchorCtr="0">
            <a:noAutofit/>
          </a:bodyPr>
          <a:p>
            <a:pPr marL="0" marR="0" lvl="0" indent="0" algn="l" rtl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1" i="0" u="none" strike="noStrike" cap="none">
                <a:solidFill>
                  <a:srgbClr val="000000"/>
                </a:solidFill>
                <a:latin typeface="Arial" panose="020B0704020202020204"/>
                <a:ea typeface="Arial" panose="020B0704020202020204"/>
                <a:cs typeface="Arial" panose="020B0704020202020204"/>
                <a:sym typeface="Arial" panose="020B0704020202020204"/>
              </a:rPr>
              <a:t>ВЛАДИМИРСКИЙ ГОСУДАРСТВЕННЫЙ УНИВЕРСИТЕТ</a:t>
            </a:r>
            <a:r>
              <a:rPr lang="en-US" sz="14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 </a:t>
            </a:r>
            <a:r>
              <a:rPr lang="en-US" sz="1400" b="1" i="0" u="none" strike="noStrike" cap="none">
                <a:solidFill>
                  <a:srgbClr val="000000"/>
                </a:solidFill>
                <a:latin typeface="Arial" panose="020B0704020202020204"/>
                <a:ea typeface="Arial" panose="020B0704020202020204"/>
                <a:cs typeface="Arial" panose="020B0704020202020204"/>
                <a:sym typeface="Arial" panose="020B0704020202020204"/>
              </a:rPr>
              <a:t>ИМЕНИ </a:t>
            </a:r>
            <a:endParaRPr sz="140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  <a:p>
            <a:pPr marL="0" marR="0" lvl="0" indent="0" algn="l" rtl="0">
              <a:lnSpc>
                <a:spcPct val="107000"/>
              </a:lnSpc>
              <a:spcBef>
                <a:spcPts val="800"/>
              </a:spcBef>
              <a:spcAft>
                <a:spcPts val="0"/>
              </a:spcAft>
              <a:buNone/>
            </a:pPr>
            <a:r>
              <a:rPr lang="en-US" sz="1400" b="1" i="0" u="none" strike="noStrike" cap="none">
                <a:solidFill>
                  <a:srgbClr val="000000"/>
                </a:solidFill>
                <a:latin typeface="Arial" panose="020B0704020202020204"/>
                <a:ea typeface="Arial" panose="020B0704020202020204"/>
                <a:cs typeface="Arial" panose="020B0704020202020204"/>
                <a:sym typeface="Arial" panose="020B0704020202020204"/>
              </a:rPr>
              <a:t>АЛЕКСАНДРА ГРИГОРЬЕВИЧА И НИКОЛАЯ ГРИГОРЬЕВИЧА СТОЛЕТОВЫХ</a:t>
            </a:r>
            <a:endParaRPr sz="140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pic>
        <p:nvPicPr>
          <p:cNvPr id="11" name="Google Shape;86;p1" descr="Владимирский государственный университет имени Александра Григорьевича и  Николая Григорьевича Столетовых"/>
          <p:cNvPicPr preferRelativeResize="0"/>
          <p:nvPr/>
        </p:nvPicPr>
        <p:blipFill rotWithShape="1">
          <a:blip r:embed="rId1"/>
          <a:srcRect/>
          <a:stretch>
            <a:fillRect/>
          </a:stretch>
        </p:blipFill>
        <p:spPr>
          <a:xfrm>
            <a:off x="10443603" y="77207"/>
            <a:ext cx="1381125" cy="1377315"/>
          </a:xfrm>
          <a:prstGeom prst="rect">
            <a:avLst/>
          </a:prstGeom>
          <a:noFill/>
          <a:ln>
            <a:noFill/>
          </a:ln>
        </p:spPr>
      </p:pic>
      <p:sp>
        <p:nvSpPr>
          <p:cNvPr id="12" name="Google Shape;87;p1"/>
          <p:cNvSpPr txBox="1"/>
          <p:nvPr/>
        </p:nvSpPr>
        <p:spPr>
          <a:xfrm>
            <a:off x="635" y="1649730"/>
            <a:ext cx="12191365" cy="24904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p>
            <a:pPr marL="0" marR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0" i="0" u="none" strike="noStrike" cap="none" dirty="0">
                <a:solidFill>
                  <a:srgbClr val="000000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«</a:t>
            </a:r>
            <a:r>
              <a:rPr lang="en-US" sz="2400" b="0" i="0" u="none" strike="noStrike" cap="none" dirty="0" err="1">
                <a:solidFill>
                  <a:srgbClr val="000000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Разработка</a:t>
            </a:r>
            <a:r>
              <a:rPr lang="en-US" sz="2400" b="0" i="0" u="none" strike="noStrike" cap="none" dirty="0">
                <a:solidFill>
                  <a:srgbClr val="000000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 </a:t>
            </a:r>
            <a:r>
              <a:rPr lang="en-US" sz="2400" b="0" i="0" u="none" strike="noStrike" cap="none" dirty="0" err="1">
                <a:solidFill>
                  <a:srgbClr val="000000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веб-интерфейсного</a:t>
            </a:r>
            <a:r>
              <a:rPr lang="en-US" sz="2400" b="0" i="0" u="none" strike="noStrike" cap="none" dirty="0">
                <a:solidFill>
                  <a:srgbClr val="000000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 </a:t>
            </a:r>
            <a:r>
              <a:rPr lang="en-US" sz="2400" b="0" i="0" u="none" strike="noStrike" cap="none" dirty="0" err="1">
                <a:solidFill>
                  <a:srgbClr val="000000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скрипта</a:t>
            </a:r>
            <a:r>
              <a:rPr lang="en-US" sz="2400" b="0" i="0" u="none" strike="noStrike" cap="none" dirty="0">
                <a:solidFill>
                  <a:srgbClr val="000000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»</a:t>
            </a:r>
            <a:endParaRPr lang="en-US" sz="2400" b="0" i="0" u="none" strike="noStrike" cap="none" dirty="0">
              <a:solidFill>
                <a:srgbClr val="000000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  <a:p>
            <a:pPr marL="0" marR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0" i="0" u="none" strike="noStrike" cap="none" dirty="0">
                <a:solidFill>
                  <a:srgbClr val="000000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“Web </a:t>
            </a:r>
            <a:r>
              <a:rPr lang="en-US" sz="2400" b="0" i="0" u="none" strike="noStrike" cap="none" dirty="0" err="1">
                <a:solidFill>
                  <a:srgbClr val="000000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前端脚本开发</a:t>
            </a:r>
            <a:r>
              <a:rPr lang="en-US" sz="2400" b="0" i="0" u="none" strike="noStrike" cap="none" dirty="0">
                <a:solidFill>
                  <a:srgbClr val="000000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”</a:t>
            </a:r>
            <a:endParaRPr lang="en-US" sz="2400" b="0" i="0" u="none" strike="noStrike" cap="none" dirty="0">
              <a:solidFill>
                <a:srgbClr val="000000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  <a:p>
            <a:pPr marL="0" marR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en-US" sz="2400" b="0" i="0" u="none" strike="noStrike" cap="none" dirty="0">
              <a:solidFill>
                <a:srgbClr val="000000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  <a:p>
            <a:pPr marL="0" marR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en-US" sz="3200" b="0" i="0" u="none" strike="noStrike" cap="none" dirty="0">
              <a:solidFill>
                <a:srgbClr val="000000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</p:txBody>
      </p:sp>
      <p:sp>
        <p:nvSpPr>
          <p:cNvPr id="13" name="Google Shape;88;p1"/>
          <p:cNvSpPr txBox="1"/>
          <p:nvPr/>
        </p:nvSpPr>
        <p:spPr>
          <a:xfrm>
            <a:off x="7366000" y="5497830"/>
            <a:ext cx="4676775" cy="920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chemeClr val="dk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Преподаватель кафедры </a:t>
            </a:r>
            <a:r>
              <a:rPr lang="ru-RU" altLang="en-US" sz="1800" b="0" i="0" u="none" strike="noStrike" cap="none">
                <a:solidFill>
                  <a:schemeClr val="dk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информационных систем и программной инженерии </a:t>
            </a:r>
            <a:endParaRPr lang="ru-RU" altLang="en-US" sz="1800" b="0" i="0" u="none" strike="noStrike" cap="none">
              <a:solidFill>
                <a:schemeClr val="dk1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chemeClr val="dk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Хлызова Валерия Григорьевна.</a:t>
            </a:r>
            <a:endParaRPr sz="180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4" name="Text Box 3"/>
          <p:cNvSpPr txBox="1"/>
          <p:nvPr/>
        </p:nvSpPr>
        <p:spPr>
          <a:xfrm>
            <a:off x="1786890" y="3260725"/>
            <a:ext cx="9094470" cy="1076325"/>
          </a:xfrm>
          <a:prstGeom prst="rect">
            <a:avLst/>
          </a:prstGeom>
        </p:spPr>
        <p:txBody>
          <a:bodyPr wrap="square">
            <a:spAutoFit/>
          </a:bodyPr>
          <a:p>
            <a:pPr algn="ctr"/>
            <a:r>
              <a:rPr sz="3200">
                <a:latin typeface="Times New Roman Regular" panose="02020603050405020304" charset="0"/>
                <a:cs typeface="Times New Roman Regular" panose="02020603050405020304" charset="0"/>
              </a:rPr>
              <a:t>Использование локального хранилища</a:t>
            </a:r>
            <a:endParaRPr sz="3200">
              <a:latin typeface="Times New Roman Regular" panose="02020603050405020304" charset="0"/>
              <a:cs typeface="Times New Roman Regular" panose="02020603050405020304" charset="0"/>
            </a:endParaRPr>
          </a:p>
          <a:p>
            <a:pPr algn="ctr"/>
            <a:r>
              <a:rPr sz="3200">
                <a:latin typeface="Times New Roman Regular" panose="02020603050405020304" charset="0"/>
                <a:cs typeface="Times New Roman Regular" panose="02020603050405020304" charset="0"/>
              </a:rPr>
              <a:t>使用本地存储。</a:t>
            </a:r>
            <a:endParaRPr sz="3200">
              <a:latin typeface="Times New Roman Regular" panose="02020603050405020304" charset="0"/>
              <a:cs typeface="Times New Roman Regular" panose="02020603050405020304" charset="0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Text Box 3"/>
          <p:cNvSpPr txBox="1"/>
          <p:nvPr/>
        </p:nvSpPr>
        <p:spPr>
          <a:xfrm>
            <a:off x="1007745" y="1755140"/>
            <a:ext cx="4917440" cy="203009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/>
              <a:t>Локальное хранилище предоставляет возможность хранить данные на стороне клиента (в браузере) для дальнейшего использования. Эти данные сохраняются даже после закрытия браузера и могут быть использованы при следующем посещении сайта.</a:t>
            </a:r>
            <a:endParaRPr lang="en-US"/>
          </a:p>
        </p:txBody>
      </p:sp>
      <p:sp>
        <p:nvSpPr>
          <p:cNvPr id="5" name="Text Box 4"/>
          <p:cNvSpPr txBox="1"/>
          <p:nvPr/>
        </p:nvSpPr>
        <p:spPr>
          <a:xfrm>
            <a:off x="6518910" y="1755140"/>
            <a:ext cx="4917440" cy="193802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sz="2400"/>
              <a:t>在客户端（浏览器）中存储数据，以便将来使用。即使关闭浏览器，这些数据也会保留下来，可以在下次访问网站时使用。</a:t>
            </a:r>
            <a:endParaRPr lang="en-US" sz="2400"/>
          </a:p>
          <a:p>
            <a:endParaRPr lang="en-US" sz="240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9B618960-8005-486C-9A75-10CB2AAC16F9}" type="slidenum">
              <a:rPr lang="en-US" smtClean="0"/>
            </a:fld>
            <a:endParaRPr lang="en-US"/>
          </a:p>
        </p:txBody>
      </p:sp>
      <p:sp>
        <p:nvSpPr>
          <p:cNvPr id="3" name="Text Box 2"/>
          <p:cNvSpPr txBox="1"/>
          <p:nvPr/>
        </p:nvSpPr>
        <p:spPr>
          <a:xfrm>
            <a:off x="575945" y="351473"/>
            <a:ext cx="5080000" cy="583565"/>
          </a:xfrm>
          <a:prstGeom prst="rect">
            <a:avLst/>
          </a:prstGeom>
        </p:spPr>
        <p:txBody>
          <a:bodyPr>
            <a:spAutoFit/>
          </a:bodyPr>
          <a:p>
            <a:r>
              <a:rPr sz="1600"/>
              <a:t>Хранилище сеансов (Session Storage)</a:t>
            </a:r>
            <a:endParaRPr sz="1600"/>
          </a:p>
          <a:p>
            <a:r>
              <a:rPr sz="1600"/>
              <a:t>解释</a:t>
            </a:r>
            <a:endParaRPr sz="1600"/>
          </a:p>
        </p:txBody>
      </p:sp>
      <p:sp>
        <p:nvSpPr>
          <p:cNvPr id="4" name="Text Box 3"/>
          <p:cNvSpPr txBox="1"/>
          <p:nvPr/>
        </p:nvSpPr>
        <p:spPr>
          <a:xfrm>
            <a:off x="575945" y="1788795"/>
            <a:ext cx="4407535" cy="1476375"/>
          </a:xfrm>
          <a:prstGeom prst="rect">
            <a:avLst/>
          </a:prstGeom>
        </p:spPr>
        <p:txBody>
          <a:bodyPr wrap="square">
            <a:spAutoFit/>
          </a:bodyPr>
          <a:p>
            <a:r>
              <a:t>Хранилище сеансов (sessionStorage) сохраняет данные только на время текущей сессии браузера. Данные исчезают, как только пользователь закрывает вкладку или окно браузера.</a:t>
            </a:r>
          </a:p>
        </p:txBody>
      </p:sp>
      <p:sp>
        <p:nvSpPr>
          <p:cNvPr id="5" name="Text Box 4"/>
          <p:cNvSpPr txBox="1"/>
          <p:nvPr/>
        </p:nvSpPr>
        <p:spPr>
          <a:xfrm>
            <a:off x="5917565" y="1788795"/>
            <a:ext cx="4726305" cy="156845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sz="2400"/>
              <a:t>会话存储（sessionStorage）仅在当前浏览器会话期间保存数据。一旦用户关闭标签页或浏览器窗口，数据就会丢失。</a:t>
            </a:r>
            <a:endParaRPr lang="en-US" sz="240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9B618960-8005-486C-9A75-10CB2AAC16F9}" type="slidenum">
              <a:rPr lang="en-US" smtClean="0"/>
            </a:fld>
            <a:endParaRPr lang="en-US"/>
          </a:p>
        </p:txBody>
      </p:sp>
      <p:sp>
        <p:nvSpPr>
          <p:cNvPr id="3" name="Text Box 2"/>
          <p:cNvSpPr txBox="1"/>
          <p:nvPr/>
        </p:nvSpPr>
        <p:spPr>
          <a:xfrm>
            <a:off x="575945" y="351473"/>
            <a:ext cx="5080000" cy="583565"/>
          </a:xfrm>
          <a:prstGeom prst="rect">
            <a:avLst/>
          </a:prstGeom>
        </p:spPr>
        <p:txBody>
          <a:bodyPr>
            <a:spAutoFit/>
          </a:bodyPr>
          <a:p>
            <a:r>
              <a:rPr sz="1600"/>
              <a:t>Хранилище сеансов (Session Storage)</a:t>
            </a:r>
            <a:endParaRPr sz="1600"/>
          </a:p>
          <a:p>
            <a:r>
              <a:rPr sz="1600"/>
              <a:t>解释</a:t>
            </a:r>
            <a:endParaRPr sz="1600"/>
          </a:p>
        </p:txBody>
      </p:sp>
      <p:sp>
        <p:nvSpPr>
          <p:cNvPr id="4" name="Text Box 3"/>
          <p:cNvSpPr txBox="1"/>
          <p:nvPr/>
        </p:nvSpPr>
        <p:spPr>
          <a:xfrm>
            <a:off x="575945" y="1606550"/>
            <a:ext cx="5163820" cy="258445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/>
              <a:t>Основные характеристики:</a:t>
            </a:r>
            <a:endParaRPr lang="en-US"/>
          </a:p>
          <a:p>
            <a:endParaRPr lang="en-US"/>
          </a:p>
          <a:p>
            <a:pPr marL="285750" indent="-285750">
              <a:buFont typeface="Arial" panose="020B0704020202020204" pitchFamily="34" charset="0"/>
              <a:buChar char="•"/>
            </a:pPr>
            <a:r>
              <a:rPr lang="en-US"/>
              <a:t>Данные доступны только в пределах одной вкладки.</a:t>
            </a:r>
            <a:endParaRPr lang="en-US"/>
          </a:p>
          <a:p>
            <a:pPr marL="285750" indent="-285750">
              <a:buFont typeface="Arial" panose="020B0704020202020204" pitchFamily="34" charset="0"/>
              <a:buChar char="•"/>
            </a:pPr>
            <a:r>
              <a:rPr lang="en-US"/>
              <a:t>Они сохраняются до закрытия вкладки браузера.</a:t>
            </a:r>
            <a:endParaRPr lang="en-US"/>
          </a:p>
          <a:p>
            <a:pPr marL="285750" indent="-285750">
              <a:buFont typeface="Arial" panose="020B0704020202020204" pitchFamily="34" charset="0"/>
              <a:buChar char="•"/>
            </a:pPr>
            <a:r>
              <a:rPr lang="en-US"/>
              <a:t>Поддерживает только строковые данные. Преобразование объектов в строки выполняется с помощью JSON.stringify().</a:t>
            </a:r>
            <a:endParaRPr lang="en-US"/>
          </a:p>
        </p:txBody>
      </p:sp>
      <p:sp>
        <p:nvSpPr>
          <p:cNvPr id="5" name="Text Box 4"/>
          <p:cNvSpPr txBox="1"/>
          <p:nvPr/>
        </p:nvSpPr>
        <p:spPr>
          <a:xfrm>
            <a:off x="6551930" y="1606550"/>
            <a:ext cx="4715510" cy="175323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/>
              <a:t>特点：</a:t>
            </a:r>
            <a:endParaRPr lang="en-US"/>
          </a:p>
          <a:p>
            <a:endParaRPr lang="en-US"/>
          </a:p>
          <a:p>
            <a:pPr marL="285750" indent="-285750">
              <a:buFont typeface="Arial" panose="020B0704020202020204" pitchFamily="34" charset="0"/>
              <a:buChar char="•"/>
            </a:pPr>
            <a:r>
              <a:rPr lang="en-US"/>
              <a:t>数据仅在一个标签页内可用。</a:t>
            </a:r>
            <a:endParaRPr lang="en-US"/>
          </a:p>
          <a:p>
            <a:pPr marL="285750" indent="-285750">
              <a:buFont typeface="Arial" panose="020B0704020202020204" pitchFamily="34" charset="0"/>
              <a:buChar char="•"/>
            </a:pPr>
            <a:r>
              <a:rPr lang="en-US"/>
              <a:t>数据在关闭标签页时消失。</a:t>
            </a:r>
            <a:endParaRPr lang="en-US"/>
          </a:p>
          <a:p>
            <a:pPr marL="285750" indent="-285750">
              <a:buFont typeface="Arial" panose="020B0704020202020204" pitchFamily="34" charset="0"/>
              <a:buChar char="•"/>
            </a:pPr>
            <a:r>
              <a:rPr lang="en-US"/>
              <a:t>只支持字符串数据。对象需要通过 JSON.stringify() 转换为字符串。</a:t>
            </a:r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9B618960-8005-486C-9A75-10CB2AAC16F9}" type="slidenum">
              <a:rPr lang="en-US" smtClean="0"/>
            </a:fld>
            <a:endParaRPr lang="en-US"/>
          </a:p>
        </p:txBody>
      </p:sp>
      <p:sp>
        <p:nvSpPr>
          <p:cNvPr id="5" name="Text Box 4"/>
          <p:cNvSpPr txBox="1"/>
          <p:nvPr/>
        </p:nvSpPr>
        <p:spPr>
          <a:xfrm>
            <a:off x="575945" y="351473"/>
            <a:ext cx="5080000" cy="583565"/>
          </a:xfrm>
          <a:prstGeom prst="rect">
            <a:avLst/>
          </a:prstGeom>
        </p:spPr>
        <p:txBody>
          <a:bodyPr>
            <a:spAutoFit/>
          </a:bodyPr>
          <a:p>
            <a:r>
              <a:rPr sz="1600"/>
              <a:t>Хранилище сеансов (Session Storage)</a:t>
            </a:r>
            <a:endParaRPr sz="1600"/>
          </a:p>
          <a:p>
            <a:r>
              <a:rPr sz="1600"/>
              <a:t>解释</a:t>
            </a:r>
            <a:endParaRPr sz="1600"/>
          </a:p>
        </p:txBody>
      </p:sp>
      <p:sp>
        <p:nvSpPr>
          <p:cNvPr id="6" name="Text Box 5"/>
          <p:cNvSpPr txBox="1"/>
          <p:nvPr/>
        </p:nvSpPr>
        <p:spPr>
          <a:xfrm>
            <a:off x="575945" y="1855470"/>
            <a:ext cx="4758055" cy="175323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/>
              <a:t>Метод setItem используется для сохранения данных в локальном (localStorage) или сеансовом (sessionStorage) хранилище браузера. Данные сохраняются в виде пары "ключ-значение".</a:t>
            </a:r>
            <a:endParaRPr lang="en-US"/>
          </a:p>
        </p:txBody>
      </p:sp>
      <p:sp>
        <p:nvSpPr>
          <p:cNvPr id="7" name="Text Box 6"/>
          <p:cNvSpPr txBox="1"/>
          <p:nvPr/>
        </p:nvSpPr>
        <p:spPr>
          <a:xfrm>
            <a:off x="6311900" y="1855470"/>
            <a:ext cx="4758055" cy="147637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/>
              <a:t>setItem 方法用于将数据存储到浏览器的本地存储 (localStorage) 或会话存储 (sessionStorage) 中。数据以“键-值对”的形式存储。</a:t>
            </a:r>
            <a:endParaRPr lang="en-US"/>
          </a:p>
          <a:p>
            <a:endParaRPr lang="en-US"/>
          </a:p>
        </p:txBody>
      </p:sp>
      <p:sp>
        <p:nvSpPr>
          <p:cNvPr id="8" name="Text Box 7"/>
          <p:cNvSpPr txBox="1"/>
          <p:nvPr/>
        </p:nvSpPr>
        <p:spPr>
          <a:xfrm>
            <a:off x="2221230" y="4521200"/>
            <a:ext cx="7582535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marL="0" lvl="2"/>
            <a:r>
              <a:rPr>
                <a:solidFill>
                  <a:srgbClr val="001080"/>
                </a:solidFill>
                <a:latin typeface="Menlo" panose="020B0609030804020204"/>
                <a:ea typeface="Menlo" panose="020B0609030804020204"/>
                <a:sym typeface="+mn-ea"/>
              </a:rPr>
              <a:t>sessionStorage</a:t>
            </a:r>
            <a:r>
              <a:rPr>
                <a:solidFill>
                  <a:srgbClr val="000000"/>
                </a:solidFill>
                <a:latin typeface="Menlo" panose="020B0609030804020204"/>
                <a:ea typeface="Menlo" panose="020B0609030804020204"/>
                <a:sym typeface="+mn-ea"/>
              </a:rPr>
              <a:t>.</a:t>
            </a:r>
            <a:r>
              <a:rPr>
                <a:solidFill>
                  <a:srgbClr val="795E26"/>
                </a:solidFill>
                <a:latin typeface="Menlo" panose="020B0609030804020204"/>
                <a:ea typeface="Menlo" panose="020B0609030804020204"/>
                <a:sym typeface="+mn-ea"/>
              </a:rPr>
              <a:t>setItem</a:t>
            </a:r>
            <a:r>
              <a:rPr>
                <a:solidFill>
                  <a:srgbClr val="000000"/>
                </a:solidFill>
                <a:latin typeface="Menlo" panose="020B0609030804020204"/>
                <a:ea typeface="Menlo" panose="020B0609030804020204"/>
                <a:sym typeface="+mn-ea"/>
              </a:rPr>
              <a:t>(</a:t>
            </a:r>
            <a:r>
              <a:rPr>
                <a:solidFill>
                  <a:srgbClr val="A31515"/>
                </a:solidFill>
                <a:latin typeface="Menlo" panose="020B0609030804020204"/>
                <a:ea typeface="Menlo" panose="020B0609030804020204"/>
                <a:sym typeface="+mn-ea"/>
              </a:rPr>
              <a:t>"username"</a:t>
            </a:r>
            <a:r>
              <a:rPr>
                <a:solidFill>
                  <a:srgbClr val="000000"/>
                </a:solidFill>
                <a:latin typeface="Menlo" panose="020B0609030804020204"/>
                <a:ea typeface="Menlo" panose="020B0609030804020204"/>
                <a:sym typeface="+mn-ea"/>
              </a:rPr>
              <a:t>, </a:t>
            </a:r>
            <a:r>
              <a:rPr>
                <a:solidFill>
                  <a:srgbClr val="A31515"/>
                </a:solidFill>
                <a:latin typeface="Menlo" panose="020B0609030804020204"/>
                <a:ea typeface="Menlo" panose="020B0609030804020204"/>
                <a:sym typeface="+mn-ea"/>
              </a:rPr>
              <a:t>"Valeria"</a:t>
            </a:r>
            <a:r>
              <a:rPr>
                <a:solidFill>
                  <a:srgbClr val="000000"/>
                </a:solidFill>
                <a:latin typeface="Menlo" panose="020B0609030804020204"/>
                <a:ea typeface="Menlo" panose="020B0609030804020204"/>
                <a:sym typeface="+mn-ea"/>
              </a:rPr>
              <a:t>);</a:t>
            </a:r>
            <a:endParaRPr b="0">
              <a:solidFill>
                <a:srgbClr val="000000"/>
              </a:solidFill>
              <a:latin typeface="Menlo" panose="020B0609030804020204"/>
              <a:ea typeface="Menlo" panose="020B0609030804020204"/>
            </a:endParaRPr>
          </a:p>
          <a:p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9B618960-8005-486C-9A75-10CB2AAC16F9}" type="slidenum">
              <a:rPr lang="en-US" smtClean="0"/>
            </a:fld>
            <a:endParaRPr lang="en-US"/>
          </a:p>
        </p:txBody>
      </p:sp>
      <p:sp>
        <p:nvSpPr>
          <p:cNvPr id="5" name="Text Box 4"/>
          <p:cNvSpPr txBox="1"/>
          <p:nvPr/>
        </p:nvSpPr>
        <p:spPr>
          <a:xfrm>
            <a:off x="575945" y="351473"/>
            <a:ext cx="5080000" cy="583565"/>
          </a:xfrm>
          <a:prstGeom prst="rect">
            <a:avLst/>
          </a:prstGeom>
        </p:spPr>
        <p:txBody>
          <a:bodyPr>
            <a:spAutoFit/>
          </a:bodyPr>
          <a:p>
            <a:r>
              <a:rPr sz="1600"/>
              <a:t>Хранилище сеансов (Session Storage)</a:t>
            </a:r>
            <a:endParaRPr sz="1600"/>
          </a:p>
          <a:p>
            <a:r>
              <a:rPr sz="1600"/>
              <a:t>解释</a:t>
            </a:r>
            <a:endParaRPr sz="1600"/>
          </a:p>
        </p:txBody>
      </p:sp>
      <p:sp>
        <p:nvSpPr>
          <p:cNvPr id="8" name="Text Box 7"/>
          <p:cNvSpPr txBox="1"/>
          <p:nvPr/>
        </p:nvSpPr>
        <p:spPr>
          <a:xfrm>
            <a:off x="2149475" y="4434840"/>
            <a:ext cx="7560945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marL="0" lvl="2"/>
            <a:r>
              <a:rPr>
                <a:solidFill>
                  <a:srgbClr val="001080"/>
                </a:solidFill>
                <a:latin typeface="Menlo" panose="020B0609030804020204"/>
                <a:ea typeface="Menlo" panose="020B0609030804020204"/>
                <a:sym typeface="+mn-ea"/>
              </a:rPr>
              <a:t>sessionStorage</a:t>
            </a:r>
            <a:r>
              <a:rPr>
                <a:solidFill>
                  <a:srgbClr val="000000"/>
                </a:solidFill>
                <a:latin typeface="Menlo" panose="020B0609030804020204"/>
                <a:ea typeface="Menlo" panose="020B0609030804020204"/>
                <a:sym typeface="+mn-ea"/>
              </a:rPr>
              <a:t>.</a:t>
            </a:r>
            <a:r>
              <a:rPr>
                <a:solidFill>
                  <a:srgbClr val="795E26"/>
                </a:solidFill>
                <a:latin typeface="Menlo" panose="020B0609030804020204"/>
                <a:ea typeface="Menlo" panose="020B0609030804020204"/>
                <a:sym typeface="+mn-ea"/>
              </a:rPr>
              <a:t>setItem</a:t>
            </a:r>
            <a:r>
              <a:rPr>
                <a:solidFill>
                  <a:srgbClr val="000000"/>
                </a:solidFill>
                <a:latin typeface="Menlo" panose="020B0609030804020204"/>
                <a:ea typeface="Menlo" panose="020B0609030804020204"/>
                <a:sym typeface="+mn-ea"/>
              </a:rPr>
              <a:t>(</a:t>
            </a:r>
            <a:r>
              <a:rPr>
                <a:solidFill>
                  <a:srgbClr val="A31515"/>
                </a:solidFill>
                <a:latin typeface="Menlo" panose="020B0609030804020204"/>
                <a:ea typeface="Menlo" panose="020B0609030804020204"/>
                <a:sym typeface="+mn-ea"/>
              </a:rPr>
              <a:t>"username"</a:t>
            </a:r>
            <a:r>
              <a:rPr>
                <a:solidFill>
                  <a:srgbClr val="000000"/>
                </a:solidFill>
                <a:latin typeface="Menlo" panose="020B0609030804020204"/>
                <a:ea typeface="Menlo" panose="020B0609030804020204"/>
                <a:sym typeface="+mn-ea"/>
              </a:rPr>
              <a:t>, </a:t>
            </a:r>
            <a:r>
              <a:rPr>
                <a:solidFill>
                  <a:srgbClr val="A31515"/>
                </a:solidFill>
                <a:latin typeface="Menlo" panose="020B0609030804020204"/>
                <a:ea typeface="Menlo" panose="020B0609030804020204"/>
                <a:sym typeface="+mn-ea"/>
              </a:rPr>
              <a:t>"Valeria"</a:t>
            </a:r>
            <a:r>
              <a:rPr>
                <a:solidFill>
                  <a:srgbClr val="000000"/>
                </a:solidFill>
                <a:latin typeface="Menlo" panose="020B0609030804020204"/>
                <a:ea typeface="Menlo" panose="020B0609030804020204"/>
                <a:sym typeface="+mn-ea"/>
              </a:rPr>
              <a:t>);</a:t>
            </a:r>
            <a:endParaRPr b="0">
              <a:solidFill>
                <a:srgbClr val="000000"/>
              </a:solidFill>
              <a:latin typeface="Menlo" panose="020B0609030804020204"/>
              <a:ea typeface="Menlo" panose="020B0609030804020204"/>
            </a:endParaRPr>
          </a:p>
          <a:p>
            <a:endParaRPr lang="en-US"/>
          </a:p>
        </p:txBody>
      </p:sp>
      <p:sp>
        <p:nvSpPr>
          <p:cNvPr id="6" name="Text Box 5"/>
          <p:cNvSpPr txBox="1"/>
          <p:nvPr/>
        </p:nvSpPr>
        <p:spPr>
          <a:xfrm>
            <a:off x="641985" y="1484630"/>
            <a:ext cx="4639945" cy="203009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marL="285750" indent="-285750">
              <a:buFont typeface="Arial" panose="020B0704020202020204" pitchFamily="34" charset="0"/>
              <a:buChar char="•"/>
            </a:pPr>
            <a:r>
              <a:rPr lang="en-US"/>
              <a:t>key (строка): Ключ, под которым будет сохранено значение.</a:t>
            </a:r>
            <a:endParaRPr lang="en-US"/>
          </a:p>
          <a:p>
            <a:pPr marL="285750" indent="-285750">
              <a:buFont typeface="Arial" panose="020B0704020202020204" pitchFamily="34" charset="0"/>
              <a:buChar char="•"/>
            </a:pPr>
            <a:r>
              <a:rPr lang="en-US"/>
              <a:t>value (строка): Значение, которое нужно сохранить. Если вы хотите сохранить объект, его нужно преобразовать в строку с помощью JSON.stringify().</a:t>
            </a:r>
            <a:endParaRPr lang="en-US"/>
          </a:p>
        </p:txBody>
      </p:sp>
      <p:sp>
        <p:nvSpPr>
          <p:cNvPr id="7" name="Text Box 6"/>
          <p:cNvSpPr txBox="1"/>
          <p:nvPr/>
        </p:nvSpPr>
        <p:spPr>
          <a:xfrm>
            <a:off x="5815965" y="1484630"/>
            <a:ext cx="4639945" cy="11988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marL="285750" indent="-285750">
              <a:buFont typeface="Arial" panose="020B0704020202020204" pitchFamily="34" charset="0"/>
              <a:buChar char="•"/>
            </a:pPr>
            <a:r>
              <a:rPr lang="en-US"/>
              <a:t>key (字符串): 保存值的键。</a:t>
            </a:r>
            <a:endParaRPr lang="en-US"/>
          </a:p>
          <a:p>
            <a:pPr marL="285750" indent="-285750">
              <a:buFont typeface="Arial" panose="020B0704020202020204" pitchFamily="34" charset="0"/>
              <a:buChar char="•"/>
            </a:pPr>
            <a:r>
              <a:rPr lang="en-US"/>
              <a:t>value (字符串): 要存储的值。如果需要存储对象，需要使用 JSON.stringify() 将其转换为字符串。</a:t>
            </a:r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9B618960-8005-486C-9A75-10CB2AAC16F9}" type="slidenum">
              <a:rPr lang="en-US" smtClean="0"/>
            </a:fld>
            <a:endParaRPr lang="en-US"/>
          </a:p>
        </p:txBody>
      </p:sp>
      <p:sp>
        <p:nvSpPr>
          <p:cNvPr id="5" name="Text Box 4"/>
          <p:cNvSpPr txBox="1"/>
          <p:nvPr/>
        </p:nvSpPr>
        <p:spPr>
          <a:xfrm>
            <a:off x="575945" y="351473"/>
            <a:ext cx="5080000" cy="583565"/>
          </a:xfrm>
          <a:prstGeom prst="rect">
            <a:avLst/>
          </a:prstGeom>
        </p:spPr>
        <p:txBody>
          <a:bodyPr>
            <a:spAutoFit/>
          </a:bodyPr>
          <a:p>
            <a:r>
              <a:rPr sz="1600"/>
              <a:t>Хранилище сеансов (Session Storage)</a:t>
            </a:r>
            <a:endParaRPr sz="1600"/>
          </a:p>
          <a:p>
            <a:r>
              <a:rPr sz="1600"/>
              <a:t>解释</a:t>
            </a:r>
            <a:endParaRPr sz="1600"/>
          </a:p>
        </p:txBody>
      </p:sp>
      <p:sp>
        <p:nvSpPr>
          <p:cNvPr id="2" name="Text Box 1"/>
          <p:cNvSpPr txBox="1"/>
          <p:nvPr/>
        </p:nvSpPr>
        <p:spPr>
          <a:xfrm>
            <a:off x="575945" y="1781175"/>
            <a:ext cx="4961255" cy="92202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/>
              <a:t>Метод getItem используется для получения данных из локального или сеансового хранилища по ключу.</a:t>
            </a:r>
            <a:endParaRPr lang="en-US"/>
          </a:p>
        </p:txBody>
      </p:sp>
      <p:sp>
        <p:nvSpPr>
          <p:cNvPr id="3" name="Text Box 2"/>
          <p:cNvSpPr txBox="1"/>
          <p:nvPr/>
        </p:nvSpPr>
        <p:spPr>
          <a:xfrm>
            <a:off x="5879465" y="1781175"/>
            <a:ext cx="4843780" cy="92202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/>
              <a:t>getItem 方法用于根据键从本地存储或会话存储中获取数据。</a:t>
            </a:r>
            <a:endParaRPr lang="en-US"/>
          </a:p>
          <a:p>
            <a:endParaRPr lang="en-US"/>
          </a:p>
        </p:txBody>
      </p:sp>
      <p:sp>
        <p:nvSpPr>
          <p:cNvPr id="6" name="Text Box 5"/>
          <p:cNvSpPr txBox="1"/>
          <p:nvPr/>
        </p:nvSpPr>
        <p:spPr>
          <a:xfrm>
            <a:off x="1652270" y="4040505"/>
            <a:ext cx="7078345" cy="32194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914400" lvl="2" indent="457200" algn="l" defTabSz="266700">
              <a:lnSpc>
                <a:spcPts val="1800"/>
              </a:lnSpc>
              <a:spcAft>
                <a:spcPct val="0"/>
              </a:spcAft>
            </a:pPr>
            <a:r>
              <a:rPr sz="1700">
                <a:solidFill>
                  <a:srgbClr val="001080"/>
                </a:solidFill>
                <a:latin typeface="Menlo" panose="020B0609030804020204"/>
                <a:ea typeface="Menlo" panose="020B0609030804020204"/>
                <a:sym typeface="+mn-ea"/>
              </a:rPr>
              <a:t>sessionStorage</a:t>
            </a:r>
            <a:r>
              <a:rPr sz="1700">
                <a:solidFill>
                  <a:srgbClr val="000000"/>
                </a:solidFill>
                <a:latin typeface="Menlo" panose="020B0609030804020204"/>
                <a:ea typeface="Menlo" panose="020B0609030804020204"/>
                <a:sym typeface="+mn-ea"/>
              </a:rPr>
              <a:t>.</a:t>
            </a:r>
            <a:r>
              <a:rPr sz="1700">
                <a:solidFill>
                  <a:srgbClr val="795E26"/>
                </a:solidFill>
                <a:latin typeface="Menlo" panose="020B0609030804020204"/>
                <a:ea typeface="Menlo" panose="020B0609030804020204"/>
                <a:sym typeface="+mn-ea"/>
              </a:rPr>
              <a:t>getItem</a:t>
            </a:r>
            <a:r>
              <a:rPr sz="1700">
                <a:solidFill>
                  <a:srgbClr val="000000"/>
                </a:solidFill>
                <a:latin typeface="Menlo" panose="020B0609030804020204"/>
                <a:ea typeface="Menlo" panose="020B0609030804020204"/>
                <a:sym typeface="+mn-ea"/>
              </a:rPr>
              <a:t>(</a:t>
            </a:r>
            <a:r>
              <a:rPr sz="1700">
                <a:solidFill>
                  <a:srgbClr val="A31515"/>
                </a:solidFill>
                <a:latin typeface="Menlo" panose="020B0609030804020204"/>
                <a:ea typeface="Menlo" panose="020B0609030804020204"/>
                <a:sym typeface="+mn-ea"/>
              </a:rPr>
              <a:t>"username"</a:t>
            </a:r>
            <a:r>
              <a:rPr sz="1700">
                <a:solidFill>
                  <a:srgbClr val="000000"/>
                </a:solidFill>
                <a:latin typeface="Menlo" panose="020B0609030804020204"/>
                <a:ea typeface="Menlo" panose="020B0609030804020204"/>
                <a:sym typeface="+mn-ea"/>
              </a:rPr>
              <a:t>);</a:t>
            </a:r>
            <a:endParaRPr lang="en-US" sz="1700">
              <a:solidFill>
                <a:srgbClr val="000000"/>
              </a:solidFill>
              <a:latin typeface="Menlo" panose="020B0609030804020204"/>
              <a:ea typeface="Menlo" panose="020B0609030804020204"/>
              <a:sym typeface="+mn-ea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9B618960-8005-486C-9A75-10CB2AAC16F9}" type="slidenum">
              <a:rPr lang="en-US" smtClean="0"/>
            </a:fld>
            <a:endParaRPr lang="en-US"/>
          </a:p>
        </p:txBody>
      </p:sp>
      <p:sp>
        <p:nvSpPr>
          <p:cNvPr id="5" name="Text Box 4"/>
          <p:cNvSpPr txBox="1"/>
          <p:nvPr/>
        </p:nvSpPr>
        <p:spPr>
          <a:xfrm>
            <a:off x="575945" y="351473"/>
            <a:ext cx="5080000" cy="583565"/>
          </a:xfrm>
          <a:prstGeom prst="rect">
            <a:avLst/>
          </a:prstGeom>
        </p:spPr>
        <p:txBody>
          <a:bodyPr>
            <a:spAutoFit/>
          </a:bodyPr>
          <a:p>
            <a:r>
              <a:rPr sz="1600"/>
              <a:t>Хранилище сеансов (Session Storage)</a:t>
            </a:r>
            <a:endParaRPr sz="1600"/>
          </a:p>
          <a:p>
            <a:r>
              <a:rPr sz="1600"/>
              <a:t>解释</a:t>
            </a:r>
            <a:endParaRPr sz="1600"/>
          </a:p>
        </p:txBody>
      </p:sp>
      <p:sp>
        <p:nvSpPr>
          <p:cNvPr id="6" name="Text Box 5"/>
          <p:cNvSpPr txBox="1"/>
          <p:nvPr/>
        </p:nvSpPr>
        <p:spPr>
          <a:xfrm>
            <a:off x="2145030" y="4071620"/>
            <a:ext cx="6466205" cy="32194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914400" lvl="2" indent="457200" algn="l" defTabSz="266700">
              <a:lnSpc>
                <a:spcPts val="1800"/>
              </a:lnSpc>
              <a:spcAft>
                <a:spcPct val="0"/>
              </a:spcAft>
            </a:pPr>
            <a:r>
              <a:rPr sz="1700">
                <a:solidFill>
                  <a:srgbClr val="001080"/>
                </a:solidFill>
                <a:latin typeface="Menlo" panose="020B0609030804020204"/>
                <a:ea typeface="Menlo" panose="020B0609030804020204"/>
                <a:sym typeface="+mn-ea"/>
              </a:rPr>
              <a:t>sessionStorage</a:t>
            </a:r>
            <a:r>
              <a:rPr sz="1700">
                <a:solidFill>
                  <a:srgbClr val="000000"/>
                </a:solidFill>
                <a:latin typeface="Menlo" panose="020B0609030804020204"/>
                <a:ea typeface="Menlo" panose="020B0609030804020204"/>
                <a:sym typeface="+mn-ea"/>
              </a:rPr>
              <a:t>.</a:t>
            </a:r>
            <a:r>
              <a:rPr sz="1700">
                <a:solidFill>
                  <a:srgbClr val="795E26"/>
                </a:solidFill>
                <a:latin typeface="Menlo" panose="020B0609030804020204"/>
                <a:ea typeface="Menlo" panose="020B0609030804020204"/>
                <a:sym typeface="+mn-ea"/>
              </a:rPr>
              <a:t>getItem</a:t>
            </a:r>
            <a:r>
              <a:rPr sz="1700">
                <a:solidFill>
                  <a:srgbClr val="000000"/>
                </a:solidFill>
                <a:latin typeface="Menlo" panose="020B0609030804020204"/>
                <a:ea typeface="Menlo" panose="020B0609030804020204"/>
                <a:sym typeface="+mn-ea"/>
              </a:rPr>
              <a:t>(</a:t>
            </a:r>
            <a:r>
              <a:rPr sz="1700">
                <a:solidFill>
                  <a:srgbClr val="A31515"/>
                </a:solidFill>
                <a:latin typeface="Menlo" panose="020B0609030804020204"/>
                <a:ea typeface="Menlo" panose="020B0609030804020204"/>
                <a:sym typeface="+mn-ea"/>
              </a:rPr>
              <a:t>"username"</a:t>
            </a:r>
            <a:r>
              <a:rPr sz="1700">
                <a:solidFill>
                  <a:srgbClr val="000000"/>
                </a:solidFill>
                <a:latin typeface="Menlo" panose="020B0609030804020204"/>
                <a:ea typeface="Menlo" panose="020B0609030804020204"/>
                <a:sym typeface="+mn-ea"/>
              </a:rPr>
              <a:t>);</a:t>
            </a:r>
            <a:endParaRPr lang="en-US" sz="1700">
              <a:solidFill>
                <a:srgbClr val="000000"/>
              </a:solidFill>
              <a:latin typeface="Menlo" panose="020B0609030804020204"/>
              <a:ea typeface="Menlo" panose="020B0609030804020204"/>
              <a:sym typeface="+mn-ea"/>
            </a:endParaRPr>
          </a:p>
        </p:txBody>
      </p:sp>
      <p:sp>
        <p:nvSpPr>
          <p:cNvPr id="7" name="Text Box 6"/>
          <p:cNvSpPr txBox="1"/>
          <p:nvPr/>
        </p:nvSpPr>
        <p:spPr>
          <a:xfrm>
            <a:off x="575945" y="1564005"/>
            <a:ext cx="5153025" cy="147637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marL="285750" indent="-285750">
              <a:buFont typeface="Arial" panose="020B0704020202020204" pitchFamily="34" charset="0"/>
              <a:buChar char="•"/>
            </a:pPr>
            <a:r>
              <a:rPr lang="en-US"/>
              <a:t>key (строка): Ключ, по которому нужно получить значение.</a:t>
            </a:r>
            <a:endParaRPr lang="en-US"/>
          </a:p>
          <a:p>
            <a:pPr marL="285750" indent="-285750">
              <a:buFont typeface="Arial" panose="020B0704020202020204" pitchFamily="34" charset="0"/>
              <a:buChar char="•"/>
            </a:pPr>
            <a:r>
              <a:rPr lang="en-US"/>
              <a:t>Возвращает значение, связанное с указанным ключом, или null, если ключ не существует.</a:t>
            </a:r>
            <a:endParaRPr lang="en-US"/>
          </a:p>
        </p:txBody>
      </p:sp>
      <p:sp>
        <p:nvSpPr>
          <p:cNvPr id="8" name="Text Box 7"/>
          <p:cNvSpPr txBox="1"/>
          <p:nvPr/>
        </p:nvSpPr>
        <p:spPr>
          <a:xfrm>
            <a:off x="6388735" y="1564005"/>
            <a:ext cx="4704715" cy="92202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marL="285750" indent="-285750">
              <a:buFont typeface="Arial" panose="020B0704020202020204" pitchFamily="34" charset="0"/>
              <a:buChar char="•"/>
            </a:pPr>
            <a:r>
              <a:rPr lang="en-US"/>
              <a:t>key (字符串): 用于获取值的键。</a:t>
            </a:r>
            <a:endParaRPr lang="en-US"/>
          </a:p>
          <a:p>
            <a:pPr marL="285750" indent="-285750">
              <a:buFont typeface="Arial" panose="020B0704020202020204" pitchFamily="34" charset="0"/>
              <a:buChar char="•"/>
            </a:pPr>
            <a:r>
              <a:rPr lang="en-US"/>
              <a:t>返回与指定键关联的值，如果键不存在，则返回 null。</a:t>
            </a:r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>
          <a:xfrm>
            <a:off x="9034145" y="6356350"/>
            <a:ext cx="2743200" cy="365125"/>
          </a:xfrm>
        </p:spPr>
        <p:txBody>
          <a:bodyPr/>
          <a:p>
            <a:fld id="{9B618960-8005-486C-9A75-10CB2AAC16F9}" type="slidenum">
              <a:rPr lang="en-US" smtClean="0"/>
            </a:fld>
            <a:endParaRPr lang="en-US"/>
          </a:p>
        </p:txBody>
      </p:sp>
      <p:sp>
        <p:nvSpPr>
          <p:cNvPr id="3" name="Text Box 2"/>
          <p:cNvSpPr txBox="1"/>
          <p:nvPr/>
        </p:nvSpPr>
        <p:spPr>
          <a:xfrm>
            <a:off x="555625" y="1398270"/>
            <a:ext cx="11101070" cy="4492625"/>
          </a:xfrm>
          <a:prstGeom prst="rect">
            <a:avLst/>
          </a:prstGeom>
        </p:spPr>
        <p:txBody>
          <a:bodyPr wrap="square">
            <a:spAutoFit/>
          </a:bodyPr>
          <a:p>
            <a:pPr marL="0" indent="0" algn="l" defTabSz="266700">
              <a:lnSpc>
                <a:spcPts val="1800"/>
              </a:lnSpc>
              <a:spcAft>
                <a:spcPct val="0"/>
              </a:spcAft>
            </a:pPr>
            <a:r>
              <a:rPr sz="1700" b="0">
                <a:solidFill>
                  <a:srgbClr val="800000"/>
                </a:solidFill>
                <a:latin typeface="Menlo" panose="020B0609030804020204"/>
                <a:ea typeface="Menlo" panose="020B0609030804020204"/>
              </a:rPr>
              <a:t>&lt;body&gt;</a:t>
            </a:r>
            <a:endParaRPr sz="1700" b="0">
              <a:solidFill>
                <a:srgbClr val="800000"/>
              </a:solidFill>
              <a:latin typeface="Menlo" panose="020B0609030804020204"/>
              <a:ea typeface="Menlo" panose="020B0609030804020204"/>
            </a:endParaRPr>
          </a:p>
          <a:p>
            <a:pPr marL="457200" lvl="1" indent="0" algn="l" defTabSz="266700">
              <a:lnSpc>
                <a:spcPts val="1800"/>
              </a:lnSpc>
              <a:spcAft>
                <a:spcPct val="0"/>
              </a:spcAft>
            </a:pPr>
            <a:r>
              <a:rPr sz="1700" b="0">
                <a:solidFill>
                  <a:srgbClr val="800000"/>
                </a:solidFill>
                <a:latin typeface="Menlo" panose="020B0609030804020204"/>
                <a:ea typeface="Menlo" panose="020B0609030804020204"/>
              </a:rPr>
              <a:t>&lt;button</a:t>
            </a:r>
            <a:r>
              <a:rPr sz="1700" b="0">
                <a:solidFill>
                  <a:srgbClr val="3B3B3B"/>
                </a:solidFill>
                <a:latin typeface="Menlo" panose="020B0609030804020204"/>
                <a:ea typeface="Menlo" panose="020B0609030804020204"/>
              </a:rPr>
              <a:t> </a:t>
            </a:r>
            <a:r>
              <a:rPr sz="1700" b="0">
                <a:solidFill>
                  <a:srgbClr val="E50000"/>
                </a:solidFill>
                <a:latin typeface="Menlo" panose="020B0609030804020204"/>
                <a:ea typeface="Menlo" panose="020B0609030804020204"/>
              </a:rPr>
              <a:t>onclick</a:t>
            </a:r>
            <a:r>
              <a:rPr sz="1700" b="0">
                <a:solidFill>
                  <a:srgbClr val="3B3B3B"/>
                </a:solidFill>
                <a:latin typeface="Menlo" panose="020B0609030804020204"/>
                <a:ea typeface="Menlo" panose="020B0609030804020204"/>
              </a:rPr>
              <a:t>=</a:t>
            </a:r>
            <a:r>
              <a:rPr sz="1700" b="0">
                <a:solidFill>
                  <a:srgbClr val="0000FF"/>
                </a:solidFill>
                <a:latin typeface="Menlo" panose="020B0609030804020204"/>
                <a:ea typeface="Menlo" panose="020B0609030804020204"/>
              </a:rPr>
              <a:t>"</a:t>
            </a:r>
            <a:r>
              <a:rPr sz="1700" b="0">
                <a:solidFill>
                  <a:srgbClr val="795E26"/>
                </a:solidFill>
                <a:latin typeface="Menlo" panose="020B0609030804020204"/>
                <a:ea typeface="Menlo" panose="020B0609030804020204"/>
              </a:rPr>
              <a:t>storeData</a:t>
            </a:r>
            <a:r>
              <a:rPr sz="1700" b="0">
                <a:solidFill>
                  <a:srgbClr val="0000FF"/>
                </a:solidFill>
                <a:latin typeface="Menlo" panose="020B0609030804020204"/>
                <a:ea typeface="Menlo" panose="020B0609030804020204"/>
              </a:rPr>
              <a:t>()"</a:t>
            </a:r>
            <a:r>
              <a:rPr sz="1700" b="0">
                <a:solidFill>
                  <a:srgbClr val="800000"/>
                </a:solidFill>
                <a:latin typeface="Menlo" panose="020B0609030804020204"/>
                <a:ea typeface="Menlo" panose="020B0609030804020204"/>
              </a:rPr>
              <a:t>&gt;</a:t>
            </a:r>
            <a:r>
              <a:rPr sz="1700" b="0">
                <a:solidFill>
                  <a:srgbClr val="3B3B3B"/>
                </a:solidFill>
                <a:latin typeface="Menlo" panose="020B0609030804020204"/>
                <a:ea typeface="Menlo" panose="020B0609030804020204"/>
              </a:rPr>
              <a:t>Сохранить данные в Session Storage</a:t>
            </a:r>
            <a:r>
              <a:rPr sz="1700" b="0">
                <a:solidFill>
                  <a:srgbClr val="800000"/>
                </a:solidFill>
                <a:latin typeface="Menlo" panose="020B0609030804020204"/>
                <a:ea typeface="Menlo" panose="020B0609030804020204"/>
              </a:rPr>
              <a:t>&lt;/button&gt;</a:t>
            </a:r>
            <a:endParaRPr sz="1700" b="0">
              <a:solidFill>
                <a:srgbClr val="800000"/>
              </a:solidFill>
              <a:latin typeface="Menlo" panose="020B0609030804020204"/>
              <a:ea typeface="Menlo" panose="020B0609030804020204"/>
            </a:endParaRPr>
          </a:p>
          <a:p>
            <a:pPr marL="457200" lvl="1" indent="0" algn="l" defTabSz="266700">
              <a:lnSpc>
                <a:spcPts val="1800"/>
              </a:lnSpc>
              <a:spcAft>
                <a:spcPct val="0"/>
              </a:spcAft>
            </a:pPr>
            <a:r>
              <a:rPr sz="1700" b="0">
                <a:solidFill>
                  <a:srgbClr val="800000"/>
                </a:solidFill>
                <a:latin typeface="Menlo" panose="020B0609030804020204"/>
                <a:ea typeface="Menlo" panose="020B0609030804020204"/>
              </a:rPr>
              <a:t>&lt;button</a:t>
            </a:r>
            <a:r>
              <a:rPr sz="1700" b="0">
                <a:solidFill>
                  <a:srgbClr val="3B3B3B"/>
                </a:solidFill>
                <a:latin typeface="Menlo" panose="020B0609030804020204"/>
                <a:ea typeface="Menlo" panose="020B0609030804020204"/>
              </a:rPr>
              <a:t> </a:t>
            </a:r>
            <a:r>
              <a:rPr sz="1700" b="0">
                <a:solidFill>
                  <a:srgbClr val="E50000"/>
                </a:solidFill>
                <a:latin typeface="Menlo" panose="020B0609030804020204"/>
                <a:ea typeface="Menlo" panose="020B0609030804020204"/>
              </a:rPr>
              <a:t>onclick</a:t>
            </a:r>
            <a:r>
              <a:rPr sz="1700" b="0">
                <a:solidFill>
                  <a:srgbClr val="3B3B3B"/>
                </a:solidFill>
                <a:latin typeface="Menlo" panose="020B0609030804020204"/>
                <a:ea typeface="Menlo" panose="020B0609030804020204"/>
              </a:rPr>
              <a:t>=</a:t>
            </a:r>
            <a:r>
              <a:rPr sz="1700" b="0">
                <a:solidFill>
                  <a:srgbClr val="0000FF"/>
                </a:solidFill>
                <a:latin typeface="Menlo" panose="020B0609030804020204"/>
                <a:ea typeface="Menlo" panose="020B0609030804020204"/>
              </a:rPr>
              <a:t>"</a:t>
            </a:r>
            <a:r>
              <a:rPr sz="1700" b="0">
                <a:solidFill>
                  <a:srgbClr val="795E26"/>
                </a:solidFill>
                <a:latin typeface="Menlo" panose="020B0609030804020204"/>
                <a:ea typeface="Menlo" panose="020B0609030804020204"/>
              </a:rPr>
              <a:t>loadData</a:t>
            </a:r>
            <a:r>
              <a:rPr sz="1700" b="0">
                <a:solidFill>
                  <a:srgbClr val="0000FF"/>
                </a:solidFill>
                <a:latin typeface="Menlo" panose="020B0609030804020204"/>
                <a:ea typeface="Menlo" panose="020B0609030804020204"/>
              </a:rPr>
              <a:t>()"</a:t>
            </a:r>
            <a:r>
              <a:rPr sz="1700" b="0">
                <a:solidFill>
                  <a:srgbClr val="800000"/>
                </a:solidFill>
                <a:latin typeface="Menlo" panose="020B0609030804020204"/>
                <a:ea typeface="Menlo" panose="020B0609030804020204"/>
              </a:rPr>
              <a:t>&gt;</a:t>
            </a:r>
            <a:r>
              <a:rPr sz="1700" b="0">
                <a:solidFill>
                  <a:srgbClr val="3B3B3B"/>
                </a:solidFill>
                <a:latin typeface="Menlo" panose="020B0609030804020204"/>
                <a:ea typeface="Menlo" panose="020B0609030804020204"/>
              </a:rPr>
              <a:t>Загрузить данные из Session Storage</a:t>
            </a:r>
            <a:r>
              <a:rPr sz="1700" b="0">
                <a:solidFill>
                  <a:srgbClr val="800000"/>
                </a:solidFill>
                <a:latin typeface="Menlo" panose="020B0609030804020204"/>
                <a:ea typeface="Menlo" panose="020B0609030804020204"/>
              </a:rPr>
              <a:t>&lt;/button&gt;</a:t>
            </a:r>
            <a:endParaRPr sz="1700" b="0">
              <a:solidFill>
                <a:srgbClr val="800000"/>
              </a:solidFill>
              <a:latin typeface="Menlo" panose="020B0609030804020204"/>
              <a:ea typeface="Menlo" panose="020B0609030804020204"/>
            </a:endParaRPr>
          </a:p>
          <a:p>
            <a:pPr marL="457200" lvl="1" indent="0" algn="l" defTabSz="266700">
              <a:lnSpc>
                <a:spcPts val="1800"/>
              </a:lnSpc>
              <a:spcAft>
                <a:spcPct val="0"/>
              </a:spcAft>
            </a:pPr>
            <a:r>
              <a:rPr sz="1700" b="0">
                <a:solidFill>
                  <a:srgbClr val="800000"/>
                </a:solidFill>
                <a:latin typeface="Menlo" panose="020B0609030804020204"/>
                <a:ea typeface="Menlo" panose="020B0609030804020204"/>
              </a:rPr>
              <a:t>&lt;p</a:t>
            </a:r>
            <a:r>
              <a:rPr sz="1700" b="0">
                <a:solidFill>
                  <a:srgbClr val="3B3B3B"/>
                </a:solidFill>
                <a:latin typeface="Menlo" panose="020B0609030804020204"/>
                <a:ea typeface="Menlo" panose="020B0609030804020204"/>
              </a:rPr>
              <a:t> </a:t>
            </a:r>
            <a:r>
              <a:rPr sz="1700" b="0">
                <a:solidFill>
                  <a:srgbClr val="E50000"/>
                </a:solidFill>
                <a:latin typeface="Menlo" panose="020B0609030804020204"/>
                <a:ea typeface="Menlo" panose="020B0609030804020204"/>
              </a:rPr>
              <a:t>id</a:t>
            </a:r>
            <a:r>
              <a:rPr sz="1700" b="0">
                <a:solidFill>
                  <a:srgbClr val="3B3B3B"/>
                </a:solidFill>
                <a:latin typeface="Menlo" panose="020B0609030804020204"/>
                <a:ea typeface="Menlo" panose="020B0609030804020204"/>
              </a:rPr>
              <a:t>=</a:t>
            </a:r>
            <a:r>
              <a:rPr sz="1700" b="0">
                <a:solidFill>
                  <a:srgbClr val="0000FF"/>
                </a:solidFill>
                <a:latin typeface="Menlo" panose="020B0609030804020204"/>
                <a:ea typeface="Menlo" panose="020B0609030804020204"/>
              </a:rPr>
              <a:t>"output"</a:t>
            </a:r>
            <a:r>
              <a:rPr sz="1700" b="0">
                <a:solidFill>
                  <a:srgbClr val="800000"/>
                </a:solidFill>
                <a:latin typeface="Menlo" panose="020B0609030804020204"/>
                <a:ea typeface="Menlo" panose="020B0609030804020204"/>
              </a:rPr>
              <a:t>&gt;&lt;/p&gt;</a:t>
            </a:r>
            <a:endParaRPr sz="1700" b="0">
              <a:solidFill>
                <a:srgbClr val="800000"/>
              </a:solidFill>
              <a:latin typeface="Menlo" panose="020B0609030804020204"/>
              <a:ea typeface="Menlo" panose="020B0609030804020204"/>
            </a:endParaRPr>
          </a:p>
          <a:p>
            <a:pPr marL="457200" lvl="1" indent="0" algn="l" defTabSz="266700">
              <a:lnSpc>
                <a:spcPts val="1800"/>
              </a:lnSpc>
              <a:spcAft>
                <a:spcPct val="0"/>
              </a:spcAft>
            </a:pPr>
            <a:r>
              <a:rPr sz="1700" b="0">
                <a:solidFill>
                  <a:srgbClr val="3B3B3B"/>
                </a:solidFill>
                <a:latin typeface="Menlo" panose="020B0609030804020204"/>
                <a:ea typeface="Menlo" panose="020B0609030804020204"/>
              </a:rPr>
              <a:t> </a:t>
            </a:r>
            <a:endParaRPr sz="1700" b="0">
              <a:solidFill>
                <a:srgbClr val="3B3B3B"/>
              </a:solidFill>
              <a:latin typeface="Menlo" panose="020B0609030804020204"/>
              <a:ea typeface="Menlo" panose="020B0609030804020204"/>
            </a:endParaRPr>
          </a:p>
          <a:p>
            <a:pPr marL="457200" lvl="1" indent="0" algn="l" defTabSz="266700">
              <a:lnSpc>
                <a:spcPts val="1800"/>
              </a:lnSpc>
              <a:spcAft>
                <a:spcPct val="0"/>
              </a:spcAft>
            </a:pPr>
            <a:r>
              <a:rPr sz="1700" b="0">
                <a:solidFill>
                  <a:srgbClr val="800000"/>
                </a:solidFill>
                <a:latin typeface="Menlo" panose="020B0609030804020204"/>
                <a:ea typeface="Menlo" panose="020B0609030804020204"/>
              </a:rPr>
              <a:t>&lt;script&gt;</a:t>
            </a:r>
            <a:endParaRPr sz="1700" b="0">
              <a:solidFill>
                <a:srgbClr val="800000"/>
              </a:solidFill>
              <a:latin typeface="Menlo" panose="020B0609030804020204"/>
              <a:ea typeface="Menlo" panose="020B0609030804020204"/>
            </a:endParaRPr>
          </a:p>
          <a:p>
            <a:pPr marL="914400" lvl="2" indent="0" algn="l" defTabSz="266700">
              <a:lnSpc>
                <a:spcPts val="1800"/>
              </a:lnSpc>
              <a:spcAft>
                <a:spcPct val="0"/>
              </a:spcAft>
            </a:pPr>
            <a:r>
              <a:rPr sz="1700" b="0">
                <a:solidFill>
                  <a:srgbClr val="0000FF"/>
                </a:solidFill>
                <a:latin typeface="Menlo" panose="020B0609030804020204"/>
                <a:ea typeface="Menlo" panose="020B0609030804020204"/>
              </a:rPr>
              <a:t>function</a:t>
            </a:r>
            <a:r>
              <a:rPr sz="1700" b="0">
                <a:solidFill>
                  <a:srgbClr val="000000"/>
                </a:solidFill>
                <a:latin typeface="Menlo" panose="020B0609030804020204"/>
                <a:ea typeface="Menlo" panose="020B0609030804020204"/>
              </a:rPr>
              <a:t> </a:t>
            </a:r>
            <a:r>
              <a:rPr sz="1700" b="0">
                <a:solidFill>
                  <a:srgbClr val="795E26"/>
                </a:solidFill>
                <a:latin typeface="Menlo" panose="020B0609030804020204"/>
                <a:ea typeface="Menlo" panose="020B0609030804020204"/>
              </a:rPr>
              <a:t>storeData</a:t>
            </a:r>
            <a:r>
              <a:rPr sz="1700" b="0">
                <a:solidFill>
                  <a:srgbClr val="000000"/>
                </a:solidFill>
                <a:latin typeface="Menlo" panose="020B0609030804020204"/>
                <a:ea typeface="Menlo" panose="020B0609030804020204"/>
              </a:rPr>
              <a:t>() {</a:t>
            </a:r>
            <a:endParaRPr sz="1700" b="0">
              <a:solidFill>
                <a:srgbClr val="000000"/>
              </a:solidFill>
              <a:latin typeface="Menlo" panose="020B0609030804020204"/>
              <a:ea typeface="Menlo" panose="020B0609030804020204"/>
            </a:endParaRPr>
          </a:p>
          <a:p>
            <a:pPr marL="914400" lvl="2" indent="457200" algn="l" defTabSz="266700">
              <a:lnSpc>
                <a:spcPts val="1800"/>
              </a:lnSpc>
              <a:spcAft>
                <a:spcPct val="0"/>
              </a:spcAft>
            </a:pPr>
            <a:r>
              <a:rPr sz="1700" b="0">
                <a:solidFill>
                  <a:srgbClr val="001080"/>
                </a:solidFill>
                <a:latin typeface="Menlo" panose="020B0609030804020204"/>
                <a:ea typeface="Menlo" panose="020B0609030804020204"/>
              </a:rPr>
              <a:t>sessionStorage</a:t>
            </a:r>
            <a:r>
              <a:rPr sz="1700" b="0">
                <a:solidFill>
                  <a:srgbClr val="000000"/>
                </a:solidFill>
                <a:latin typeface="Menlo" panose="020B0609030804020204"/>
                <a:ea typeface="Menlo" panose="020B0609030804020204"/>
              </a:rPr>
              <a:t>.</a:t>
            </a:r>
            <a:r>
              <a:rPr sz="1700" b="0">
                <a:solidFill>
                  <a:srgbClr val="795E26"/>
                </a:solidFill>
                <a:latin typeface="Menlo" panose="020B0609030804020204"/>
                <a:ea typeface="Menlo" panose="020B0609030804020204"/>
              </a:rPr>
              <a:t>setItem</a:t>
            </a:r>
            <a:r>
              <a:rPr sz="1700" b="0">
                <a:solidFill>
                  <a:srgbClr val="000000"/>
                </a:solidFill>
                <a:latin typeface="Menlo" panose="020B0609030804020204"/>
                <a:ea typeface="Menlo" panose="020B0609030804020204"/>
              </a:rPr>
              <a:t>(</a:t>
            </a:r>
            <a:r>
              <a:rPr sz="1700" b="0">
                <a:solidFill>
                  <a:srgbClr val="A31515"/>
                </a:solidFill>
                <a:latin typeface="Menlo" panose="020B0609030804020204"/>
                <a:ea typeface="Menlo" panose="020B0609030804020204"/>
              </a:rPr>
              <a:t>"username"</a:t>
            </a:r>
            <a:r>
              <a:rPr sz="1700" b="0">
                <a:solidFill>
                  <a:srgbClr val="000000"/>
                </a:solidFill>
                <a:latin typeface="Menlo" panose="020B0609030804020204"/>
                <a:ea typeface="Menlo" panose="020B0609030804020204"/>
              </a:rPr>
              <a:t>, </a:t>
            </a:r>
            <a:r>
              <a:rPr sz="1700" b="0">
                <a:solidFill>
                  <a:srgbClr val="A31515"/>
                </a:solidFill>
                <a:latin typeface="Menlo" panose="020B0609030804020204"/>
                <a:ea typeface="Menlo" panose="020B0609030804020204"/>
              </a:rPr>
              <a:t>"Valeria"</a:t>
            </a:r>
            <a:r>
              <a:rPr sz="1700" b="0">
                <a:solidFill>
                  <a:srgbClr val="000000"/>
                </a:solidFill>
                <a:latin typeface="Menlo" panose="020B0609030804020204"/>
                <a:ea typeface="Menlo" panose="020B0609030804020204"/>
              </a:rPr>
              <a:t>);</a:t>
            </a:r>
            <a:endParaRPr sz="1700" b="0">
              <a:solidFill>
                <a:srgbClr val="000000"/>
              </a:solidFill>
              <a:latin typeface="Menlo" panose="020B0609030804020204"/>
              <a:ea typeface="Menlo" panose="020B0609030804020204"/>
            </a:endParaRPr>
          </a:p>
          <a:p>
            <a:pPr marL="914400" lvl="2" indent="0" algn="l" defTabSz="266700">
              <a:lnSpc>
                <a:spcPts val="1800"/>
              </a:lnSpc>
              <a:spcAft>
                <a:spcPct val="0"/>
              </a:spcAft>
            </a:pPr>
            <a:r>
              <a:rPr sz="1700" b="0">
                <a:solidFill>
                  <a:srgbClr val="000000"/>
                </a:solidFill>
                <a:latin typeface="Menlo" panose="020B0609030804020204"/>
                <a:ea typeface="Menlo" panose="020B0609030804020204"/>
              </a:rPr>
              <a:t>}</a:t>
            </a:r>
            <a:endParaRPr sz="1700" b="0">
              <a:solidFill>
                <a:srgbClr val="000000"/>
              </a:solidFill>
              <a:latin typeface="Menlo" panose="020B0609030804020204"/>
              <a:ea typeface="Menlo" panose="020B0609030804020204"/>
            </a:endParaRPr>
          </a:p>
          <a:p>
            <a:pPr marL="914400" lvl="2" indent="0" algn="l" defTabSz="266700">
              <a:spcAft>
                <a:spcPct val="0"/>
              </a:spcAft>
            </a:pPr>
            <a:r>
              <a:rPr sz="1600">
                <a:latin typeface="Times New Roman" panose="02020603050405020304"/>
                <a:ea typeface="SimSun"/>
              </a:rPr>
              <a:t> </a:t>
            </a:r>
            <a:endParaRPr sz="1600">
              <a:latin typeface="Times New Roman" panose="02020603050405020304"/>
              <a:ea typeface="SimSun"/>
            </a:endParaRPr>
          </a:p>
          <a:p>
            <a:pPr marL="914400" lvl="2" indent="0" algn="l" defTabSz="266700">
              <a:lnSpc>
                <a:spcPts val="1800"/>
              </a:lnSpc>
              <a:spcAft>
                <a:spcPct val="0"/>
              </a:spcAft>
            </a:pPr>
            <a:r>
              <a:rPr sz="1700" b="0">
                <a:solidFill>
                  <a:srgbClr val="0000FF"/>
                </a:solidFill>
                <a:latin typeface="Menlo" panose="020B0609030804020204"/>
                <a:ea typeface="Menlo" panose="020B0609030804020204"/>
              </a:rPr>
              <a:t>function</a:t>
            </a:r>
            <a:r>
              <a:rPr sz="1700" b="0">
                <a:solidFill>
                  <a:srgbClr val="000000"/>
                </a:solidFill>
                <a:latin typeface="Menlo" panose="020B0609030804020204"/>
                <a:ea typeface="Menlo" panose="020B0609030804020204"/>
              </a:rPr>
              <a:t> </a:t>
            </a:r>
            <a:r>
              <a:rPr sz="1700" b="0">
                <a:solidFill>
                  <a:srgbClr val="795E26"/>
                </a:solidFill>
                <a:latin typeface="Menlo" panose="020B0609030804020204"/>
                <a:ea typeface="Menlo" panose="020B0609030804020204"/>
              </a:rPr>
              <a:t>loadData</a:t>
            </a:r>
            <a:r>
              <a:rPr sz="1700" b="0">
                <a:solidFill>
                  <a:srgbClr val="000000"/>
                </a:solidFill>
                <a:latin typeface="Menlo" panose="020B0609030804020204"/>
                <a:ea typeface="Menlo" panose="020B0609030804020204"/>
              </a:rPr>
              <a:t>() {</a:t>
            </a:r>
            <a:endParaRPr sz="1700" b="0">
              <a:solidFill>
                <a:srgbClr val="000000"/>
              </a:solidFill>
              <a:latin typeface="Menlo" panose="020B0609030804020204"/>
              <a:ea typeface="Menlo" panose="020B0609030804020204"/>
            </a:endParaRPr>
          </a:p>
          <a:p>
            <a:pPr marL="914400" lvl="2" indent="457200" algn="l" defTabSz="266700">
              <a:lnSpc>
                <a:spcPts val="1800"/>
              </a:lnSpc>
              <a:spcAft>
                <a:spcPct val="0"/>
              </a:spcAft>
            </a:pPr>
            <a:r>
              <a:rPr sz="1700" b="0">
                <a:solidFill>
                  <a:srgbClr val="0000FF"/>
                </a:solidFill>
                <a:latin typeface="Menlo" panose="020B0609030804020204"/>
                <a:ea typeface="Menlo" panose="020B0609030804020204"/>
              </a:rPr>
              <a:t>const</a:t>
            </a:r>
            <a:r>
              <a:rPr sz="1700" b="0">
                <a:solidFill>
                  <a:srgbClr val="000000"/>
                </a:solidFill>
                <a:latin typeface="Menlo" panose="020B0609030804020204"/>
                <a:ea typeface="Menlo" panose="020B0609030804020204"/>
              </a:rPr>
              <a:t> </a:t>
            </a:r>
            <a:r>
              <a:rPr sz="1700" b="0">
                <a:solidFill>
                  <a:srgbClr val="0070C1"/>
                </a:solidFill>
                <a:latin typeface="Menlo" panose="020B0609030804020204"/>
                <a:ea typeface="Menlo" panose="020B0609030804020204"/>
              </a:rPr>
              <a:t>username</a:t>
            </a:r>
            <a:r>
              <a:rPr sz="1700" b="0">
                <a:solidFill>
                  <a:srgbClr val="000000"/>
                </a:solidFill>
                <a:latin typeface="Menlo" panose="020B0609030804020204"/>
                <a:ea typeface="Menlo" panose="020B0609030804020204"/>
              </a:rPr>
              <a:t> = </a:t>
            </a:r>
            <a:r>
              <a:rPr sz="1700" b="0">
                <a:solidFill>
                  <a:srgbClr val="001080"/>
                </a:solidFill>
                <a:latin typeface="Menlo" panose="020B0609030804020204"/>
                <a:ea typeface="Menlo" panose="020B0609030804020204"/>
              </a:rPr>
              <a:t>sessionStorage</a:t>
            </a:r>
            <a:r>
              <a:rPr sz="1700" b="0">
                <a:solidFill>
                  <a:srgbClr val="000000"/>
                </a:solidFill>
                <a:latin typeface="Menlo" panose="020B0609030804020204"/>
                <a:ea typeface="Menlo" panose="020B0609030804020204"/>
              </a:rPr>
              <a:t>.</a:t>
            </a:r>
            <a:r>
              <a:rPr sz="1700" b="0">
                <a:solidFill>
                  <a:srgbClr val="795E26"/>
                </a:solidFill>
                <a:latin typeface="Menlo" panose="020B0609030804020204"/>
                <a:ea typeface="Menlo" panose="020B0609030804020204"/>
              </a:rPr>
              <a:t>getItem</a:t>
            </a:r>
            <a:r>
              <a:rPr sz="1700" b="0">
                <a:solidFill>
                  <a:srgbClr val="000000"/>
                </a:solidFill>
                <a:latin typeface="Menlo" panose="020B0609030804020204"/>
                <a:ea typeface="Menlo" panose="020B0609030804020204"/>
              </a:rPr>
              <a:t>(</a:t>
            </a:r>
            <a:r>
              <a:rPr sz="1700" b="0">
                <a:solidFill>
                  <a:srgbClr val="A31515"/>
                </a:solidFill>
                <a:latin typeface="Menlo" panose="020B0609030804020204"/>
                <a:ea typeface="Menlo" panose="020B0609030804020204"/>
              </a:rPr>
              <a:t>"username"</a:t>
            </a:r>
            <a:r>
              <a:rPr sz="1700" b="0">
                <a:solidFill>
                  <a:srgbClr val="000000"/>
                </a:solidFill>
                <a:latin typeface="Menlo" panose="020B0609030804020204"/>
                <a:ea typeface="Menlo" panose="020B0609030804020204"/>
              </a:rPr>
              <a:t>);</a:t>
            </a:r>
            <a:endParaRPr sz="1700" b="0">
              <a:solidFill>
                <a:srgbClr val="000000"/>
              </a:solidFill>
              <a:latin typeface="Menlo" panose="020B0609030804020204"/>
              <a:ea typeface="Menlo" panose="020B0609030804020204"/>
            </a:endParaRPr>
          </a:p>
          <a:p>
            <a:pPr marL="914400" lvl="2" indent="457200" algn="l" defTabSz="266700">
              <a:lnSpc>
                <a:spcPts val="1800"/>
              </a:lnSpc>
              <a:spcAft>
                <a:spcPct val="0"/>
              </a:spcAft>
            </a:pPr>
            <a:r>
              <a:rPr sz="1700" b="0">
                <a:solidFill>
                  <a:srgbClr val="001080"/>
                </a:solidFill>
                <a:latin typeface="Menlo" panose="020B0609030804020204"/>
                <a:ea typeface="Menlo" panose="020B0609030804020204"/>
              </a:rPr>
              <a:t>document</a:t>
            </a:r>
            <a:r>
              <a:rPr sz="1700" b="0">
                <a:solidFill>
                  <a:srgbClr val="000000"/>
                </a:solidFill>
                <a:latin typeface="Menlo" panose="020B0609030804020204"/>
                <a:ea typeface="Menlo" panose="020B0609030804020204"/>
              </a:rPr>
              <a:t>.</a:t>
            </a:r>
            <a:r>
              <a:rPr sz="1700" b="0">
                <a:solidFill>
                  <a:srgbClr val="795E26"/>
                </a:solidFill>
                <a:latin typeface="Menlo" panose="020B0609030804020204"/>
                <a:ea typeface="Menlo" panose="020B0609030804020204"/>
              </a:rPr>
              <a:t>getElementById</a:t>
            </a:r>
            <a:r>
              <a:rPr sz="1700" b="0">
                <a:solidFill>
                  <a:srgbClr val="000000"/>
                </a:solidFill>
                <a:latin typeface="Menlo" panose="020B0609030804020204"/>
                <a:ea typeface="Menlo" panose="020B0609030804020204"/>
              </a:rPr>
              <a:t>(</a:t>
            </a:r>
            <a:r>
              <a:rPr sz="1700" b="0">
                <a:solidFill>
                  <a:srgbClr val="A31515"/>
                </a:solidFill>
                <a:latin typeface="Menlo" panose="020B0609030804020204"/>
                <a:ea typeface="Menlo" panose="020B0609030804020204"/>
              </a:rPr>
              <a:t>"output"</a:t>
            </a:r>
            <a:r>
              <a:rPr sz="1700" b="0">
                <a:solidFill>
                  <a:srgbClr val="000000"/>
                </a:solidFill>
                <a:latin typeface="Menlo" panose="020B0609030804020204"/>
                <a:ea typeface="Menlo" panose="020B0609030804020204"/>
              </a:rPr>
              <a:t>).</a:t>
            </a:r>
            <a:r>
              <a:rPr sz="1700" b="0">
                <a:solidFill>
                  <a:srgbClr val="001080"/>
                </a:solidFill>
                <a:latin typeface="Menlo" panose="020B0609030804020204"/>
                <a:ea typeface="Menlo" panose="020B0609030804020204"/>
              </a:rPr>
              <a:t>innerText</a:t>
            </a:r>
            <a:r>
              <a:rPr sz="1700" b="0">
                <a:solidFill>
                  <a:srgbClr val="000000"/>
                </a:solidFill>
                <a:latin typeface="Menlo" panose="020B0609030804020204"/>
                <a:ea typeface="Menlo" panose="020B0609030804020204"/>
              </a:rPr>
              <a:t> = </a:t>
            </a:r>
            <a:endParaRPr sz="1700" b="0">
              <a:solidFill>
                <a:srgbClr val="000000"/>
              </a:solidFill>
              <a:latin typeface="Menlo" panose="020B0609030804020204"/>
              <a:ea typeface="Menlo" panose="020B0609030804020204"/>
            </a:endParaRPr>
          </a:p>
          <a:p>
            <a:pPr marL="1371600" lvl="3" indent="457200" algn="l" defTabSz="266700">
              <a:lnSpc>
                <a:spcPts val="1800"/>
              </a:lnSpc>
              <a:spcAft>
                <a:spcPct val="0"/>
              </a:spcAft>
            </a:pPr>
            <a:r>
              <a:rPr sz="1700" b="0">
                <a:solidFill>
                  <a:srgbClr val="0070C1"/>
                </a:solidFill>
                <a:latin typeface="Menlo" panose="020B0609030804020204"/>
                <a:ea typeface="Menlo" panose="020B0609030804020204"/>
              </a:rPr>
              <a:t>username</a:t>
            </a:r>
            <a:r>
              <a:rPr sz="1700" b="0">
                <a:solidFill>
                  <a:srgbClr val="000000"/>
                </a:solidFill>
                <a:latin typeface="Menlo" panose="020B0609030804020204"/>
                <a:ea typeface="Menlo" panose="020B0609030804020204"/>
              </a:rPr>
              <a:t> ? </a:t>
            </a:r>
            <a:endParaRPr sz="1700" b="0">
              <a:solidFill>
                <a:srgbClr val="000000"/>
              </a:solidFill>
              <a:latin typeface="Menlo" panose="020B0609030804020204"/>
              <a:ea typeface="Menlo" panose="020B0609030804020204"/>
            </a:endParaRPr>
          </a:p>
          <a:p>
            <a:pPr marL="1371600" lvl="3" indent="457200" algn="l" defTabSz="266700">
              <a:lnSpc>
                <a:spcPts val="1800"/>
              </a:lnSpc>
              <a:spcAft>
                <a:spcPct val="0"/>
              </a:spcAft>
            </a:pPr>
            <a:r>
              <a:rPr sz="1700" b="0">
                <a:solidFill>
                  <a:srgbClr val="A31515"/>
                </a:solidFill>
                <a:latin typeface="Menlo" panose="020B0609030804020204"/>
                <a:ea typeface="Menlo" panose="020B0609030804020204"/>
              </a:rPr>
              <a:t>`Имя: </a:t>
            </a:r>
            <a:r>
              <a:rPr sz="1700" b="0">
                <a:solidFill>
                  <a:srgbClr val="0000FF"/>
                </a:solidFill>
                <a:latin typeface="Menlo" panose="020B0609030804020204"/>
                <a:ea typeface="Menlo" panose="020B0609030804020204"/>
              </a:rPr>
              <a:t>${</a:t>
            </a:r>
            <a:r>
              <a:rPr sz="1700" b="0">
                <a:solidFill>
                  <a:srgbClr val="0070C1"/>
                </a:solidFill>
                <a:latin typeface="Menlo" panose="020B0609030804020204"/>
                <a:ea typeface="Menlo" panose="020B0609030804020204"/>
              </a:rPr>
              <a:t>username</a:t>
            </a:r>
            <a:r>
              <a:rPr sz="1700" b="0">
                <a:solidFill>
                  <a:srgbClr val="0000FF"/>
                </a:solidFill>
                <a:latin typeface="Menlo" panose="020B0609030804020204"/>
                <a:ea typeface="Menlo" panose="020B0609030804020204"/>
              </a:rPr>
              <a:t>}</a:t>
            </a:r>
            <a:r>
              <a:rPr sz="1700" b="0">
                <a:solidFill>
                  <a:srgbClr val="A31515"/>
                </a:solidFill>
                <a:latin typeface="Menlo" panose="020B0609030804020204"/>
                <a:ea typeface="Menlo" panose="020B0609030804020204"/>
              </a:rPr>
              <a:t>`</a:t>
            </a:r>
            <a:r>
              <a:rPr sz="1700" b="0">
                <a:solidFill>
                  <a:srgbClr val="000000"/>
                </a:solidFill>
                <a:latin typeface="Menlo" panose="020B0609030804020204"/>
                <a:ea typeface="Menlo" panose="020B0609030804020204"/>
              </a:rPr>
              <a:t> : </a:t>
            </a:r>
            <a:endParaRPr sz="1700" b="0">
              <a:solidFill>
                <a:srgbClr val="000000"/>
              </a:solidFill>
              <a:latin typeface="Menlo" panose="020B0609030804020204"/>
              <a:ea typeface="Menlo" panose="020B0609030804020204"/>
            </a:endParaRPr>
          </a:p>
          <a:p>
            <a:pPr marL="1371600" lvl="3" indent="457200" algn="l" defTabSz="266700">
              <a:lnSpc>
                <a:spcPts val="1800"/>
              </a:lnSpc>
              <a:spcAft>
                <a:spcPct val="0"/>
              </a:spcAft>
            </a:pPr>
            <a:r>
              <a:rPr sz="1700" b="0">
                <a:solidFill>
                  <a:srgbClr val="A31515"/>
                </a:solidFill>
                <a:latin typeface="Menlo" panose="020B0609030804020204"/>
                <a:ea typeface="Menlo" panose="020B0609030804020204"/>
              </a:rPr>
              <a:t>"Данные не найдены"</a:t>
            </a:r>
            <a:r>
              <a:rPr sz="1700" b="0">
                <a:solidFill>
                  <a:srgbClr val="000000"/>
                </a:solidFill>
                <a:latin typeface="Menlo" panose="020B0609030804020204"/>
                <a:ea typeface="Menlo" panose="020B0609030804020204"/>
              </a:rPr>
              <a:t>;</a:t>
            </a:r>
            <a:endParaRPr sz="1700" b="0">
              <a:solidFill>
                <a:srgbClr val="000000"/>
              </a:solidFill>
              <a:latin typeface="Menlo" panose="020B0609030804020204"/>
              <a:ea typeface="Menlo" panose="020B0609030804020204"/>
            </a:endParaRPr>
          </a:p>
          <a:p>
            <a:pPr marL="914400" lvl="2" indent="0" algn="l" defTabSz="266700">
              <a:lnSpc>
                <a:spcPts val="1800"/>
              </a:lnSpc>
              <a:spcAft>
                <a:spcPct val="0"/>
              </a:spcAft>
            </a:pPr>
            <a:r>
              <a:rPr sz="1700" b="0">
                <a:solidFill>
                  <a:srgbClr val="000000"/>
                </a:solidFill>
                <a:latin typeface="Menlo" panose="020B0609030804020204"/>
                <a:ea typeface="Menlo" panose="020B0609030804020204"/>
              </a:rPr>
              <a:t>}</a:t>
            </a:r>
            <a:endParaRPr sz="1700" b="0">
              <a:solidFill>
                <a:srgbClr val="000000"/>
              </a:solidFill>
              <a:latin typeface="Menlo" panose="020B0609030804020204"/>
              <a:ea typeface="Menlo" panose="020B0609030804020204"/>
            </a:endParaRPr>
          </a:p>
          <a:p>
            <a:pPr marL="457200" lvl="1" indent="0" algn="l" defTabSz="266700">
              <a:lnSpc>
                <a:spcPts val="1800"/>
              </a:lnSpc>
              <a:spcAft>
                <a:spcPct val="0"/>
              </a:spcAft>
            </a:pPr>
            <a:r>
              <a:rPr sz="1700" b="0">
                <a:solidFill>
                  <a:srgbClr val="800000"/>
                </a:solidFill>
                <a:latin typeface="Menlo" panose="020B0609030804020204"/>
                <a:ea typeface="Menlo" panose="020B0609030804020204"/>
              </a:rPr>
              <a:t>&lt;/script&gt;</a:t>
            </a:r>
            <a:endParaRPr sz="1700" b="0">
              <a:solidFill>
                <a:srgbClr val="800000"/>
              </a:solidFill>
              <a:latin typeface="Menlo" panose="020B0609030804020204"/>
              <a:ea typeface="Menlo" panose="020B0609030804020204"/>
            </a:endParaRPr>
          </a:p>
          <a:p>
            <a:pPr marL="0" indent="0" algn="l" defTabSz="266700">
              <a:lnSpc>
                <a:spcPts val="1800"/>
              </a:lnSpc>
              <a:spcAft>
                <a:spcPct val="0"/>
              </a:spcAft>
            </a:pPr>
            <a:r>
              <a:rPr sz="1700" b="0">
                <a:solidFill>
                  <a:srgbClr val="800000"/>
                </a:solidFill>
                <a:latin typeface="Menlo" panose="020B0609030804020204"/>
                <a:ea typeface="Menlo" panose="020B0609030804020204"/>
              </a:rPr>
              <a:t>&lt;/body&gt;</a:t>
            </a:r>
            <a:endParaRPr sz="1700" b="0">
              <a:solidFill>
                <a:srgbClr val="800000"/>
              </a:solidFill>
              <a:latin typeface="Menlo" panose="020B0609030804020204"/>
              <a:ea typeface="Menlo" panose="020B0609030804020204"/>
            </a:endParaRPr>
          </a:p>
        </p:txBody>
      </p:sp>
      <p:sp>
        <p:nvSpPr>
          <p:cNvPr id="4" name="Text Box 3"/>
          <p:cNvSpPr txBox="1"/>
          <p:nvPr/>
        </p:nvSpPr>
        <p:spPr>
          <a:xfrm>
            <a:off x="575945" y="351473"/>
            <a:ext cx="5080000" cy="583565"/>
          </a:xfrm>
          <a:prstGeom prst="rect">
            <a:avLst/>
          </a:prstGeom>
        </p:spPr>
        <p:txBody>
          <a:bodyPr>
            <a:spAutoFit/>
          </a:bodyPr>
          <a:p>
            <a:r>
              <a:rPr sz="1600"/>
              <a:t>Хранилище сеансов (Session Storage)</a:t>
            </a:r>
            <a:endParaRPr sz="1600"/>
          </a:p>
          <a:p>
            <a:r>
              <a:rPr sz="1600"/>
              <a:t>解释</a:t>
            </a:r>
            <a:endParaRPr sz="160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9B618960-8005-486C-9A75-10CB2AAC16F9}" type="slidenum">
              <a:rPr lang="en-US" smtClean="0"/>
            </a:fld>
            <a:endParaRPr lang="en-US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219325" y="1838325"/>
            <a:ext cx="7753350" cy="3181350"/>
          </a:xfrm>
          <a:prstGeom prst="rect">
            <a:avLst/>
          </a:prstGeom>
        </p:spPr>
      </p:pic>
      <p:sp>
        <p:nvSpPr>
          <p:cNvPr id="4" name="Text Box 3"/>
          <p:cNvSpPr txBox="1"/>
          <p:nvPr/>
        </p:nvSpPr>
        <p:spPr>
          <a:xfrm>
            <a:off x="575945" y="351473"/>
            <a:ext cx="5080000" cy="583565"/>
          </a:xfrm>
          <a:prstGeom prst="rect">
            <a:avLst/>
          </a:prstGeom>
        </p:spPr>
        <p:txBody>
          <a:bodyPr>
            <a:spAutoFit/>
          </a:bodyPr>
          <a:p>
            <a:r>
              <a:rPr sz="1600"/>
              <a:t>Хранилище сеансов (Session Storage)</a:t>
            </a:r>
            <a:endParaRPr sz="1600"/>
          </a:p>
          <a:p>
            <a:r>
              <a:rPr sz="1600"/>
              <a:t>解释</a:t>
            </a:r>
            <a:endParaRPr sz="160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9B618960-8005-486C-9A75-10CB2AAC16F9}" type="slidenum">
              <a:rPr lang="en-US" smtClean="0"/>
            </a:fld>
            <a:endParaRPr lang="en-US"/>
          </a:p>
        </p:txBody>
      </p:sp>
      <p:sp>
        <p:nvSpPr>
          <p:cNvPr id="3" name="Text Box 2"/>
          <p:cNvSpPr txBox="1"/>
          <p:nvPr/>
        </p:nvSpPr>
        <p:spPr>
          <a:xfrm>
            <a:off x="375285" y="409575"/>
            <a:ext cx="4907280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/>
              <a:t>Локальное хранилище (Local Storage)</a:t>
            </a:r>
            <a:endParaRPr lang="en-US"/>
          </a:p>
          <a:p>
            <a:r>
              <a:rPr lang="en-US"/>
              <a:t>解释</a:t>
            </a:r>
            <a:endParaRPr lang="en-US"/>
          </a:p>
        </p:txBody>
      </p:sp>
      <p:sp>
        <p:nvSpPr>
          <p:cNvPr id="4" name="Text Box 3"/>
          <p:cNvSpPr txBox="1"/>
          <p:nvPr/>
        </p:nvSpPr>
        <p:spPr>
          <a:xfrm>
            <a:off x="492760" y="1685290"/>
            <a:ext cx="4906645" cy="147637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/>
              <a:t>Локальное хранилище (localStorage) сохраняет данные на неопределённый срок. Данные остаются даже после закрытия браузера, и они доступны при следующем посещении страницы.</a:t>
            </a:r>
            <a:endParaRPr lang="en-US"/>
          </a:p>
        </p:txBody>
      </p:sp>
      <p:sp>
        <p:nvSpPr>
          <p:cNvPr id="5" name="Text Box 4"/>
          <p:cNvSpPr txBox="1"/>
          <p:nvPr/>
        </p:nvSpPr>
        <p:spPr>
          <a:xfrm>
            <a:off x="6436360" y="1685290"/>
            <a:ext cx="4906645" cy="156845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sz="2400"/>
              <a:t>本地存储（localStorage）将数据保存无期限。即使关闭浏览器，数据也会保留，并且可以在下次访问页面时访问。</a:t>
            </a:r>
            <a:endParaRPr lang="en-US" sz="240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9B618960-8005-486C-9A75-10CB2AAC16F9}" type="slidenum">
              <a:rPr lang="en-US" smtClean="0"/>
            </a:fld>
            <a:endParaRPr lang="en-US"/>
          </a:p>
        </p:txBody>
      </p:sp>
      <p:sp>
        <p:nvSpPr>
          <p:cNvPr id="3" name="Text Box 2"/>
          <p:cNvSpPr txBox="1"/>
          <p:nvPr/>
        </p:nvSpPr>
        <p:spPr>
          <a:xfrm>
            <a:off x="466725" y="398780"/>
            <a:ext cx="4533900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/>
              <a:t>Локальное хранилище (Local Storage)</a:t>
            </a:r>
            <a:endParaRPr lang="en-US"/>
          </a:p>
          <a:p>
            <a:r>
              <a:rPr lang="en-US"/>
              <a:t>解释</a:t>
            </a:r>
            <a:endParaRPr lang="en-US"/>
          </a:p>
        </p:txBody>
      </p:sp>
      <p:sp>
        <p:nvSpPr>
          <p:cNvPr id="4" name="Text Box 3"/>
          <p:cNvSpPr txBox="1"/>
          <p:nvPr/>
        </p:nvSpPr>
        <p:spPr>
          <a:xfrm>
            <a:off x="466725" y="1449705"/>
            <a:ext cx="5099685" cy="230695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/>
              <a:t>Основные характеристики:</a:t>
            </a:r>
            <a:endParaRPr lang="en-US"/>
          </a:p>
          <a:p>
            <a:endParaRPr lang="en-US"/>
          </a:p>
          <a:p>
            <a:pPr marL="285750" indent="-285750">
              <a:buFont typeface="Arial" panose="020B0704020202020204" pitchFamily="34" charset="0"/>
              <a:buChar char="•"/>
            </a:pPr>
            <a:r>
              <a:rPr lang="en-US"/>
              <a:t>Данные сохраняются бессрочно, пока их не удалит пользователь.</a:t>
            </a:r>
            <a:endParaRPr lang="en-US"/>
          </a:p>
          <a:p>
            <a:pPr marL="285750" indent="-285750">
              <a:buFont typeface="Arial" panose="020B0704020202020204" pitchFamily="34" charset="0"/>
              <a:buChar char="•"/>
            </a:pPr>
            <a:r>
              <a:rPr lang="en-US"/>
              <a:t>Доступны во всех вкладках, работающих с этим доменом.</a:t>
            </a:r>
            <a:endParaRPr lang="en-US"/>
          </a:p>
          <a:p>
            <a:pPr marL="285750" indent="-285750">
              <a:buFont typeface="Arial" panose="020B0704020202020204" pitchFamily="34" charset="0"/>
              <a:buChar char="•"/>
            </a:pPr>
            <a:r>
              <a:rPr lang="en-US"/>
              <a:t>Как и в случае с sessionStorage, данные сохраняются в виде строк.</a:t>
            </a:r>
            <a:endParaRPr lang="en-US"/>
          </a:p>
        </p:txBody>
      </p:sp>
      <p:sp>
        <p:nvSpPr>
          <p:cNvPr id="5" name="Text Box 4"/>
          <p:cNvSpPr txBox="1"/>
          <p:nvPr/>
        </p:nvSpPr>
        <p:spPr>
          <a:xfrm>
            <a:off x="6075045" y="1449705"/>
            <a:ext cx="5099685" cy="175323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/>
              <a:t>特点：</a:t>
            </a:r>
            <a:endParaRPr lang="en-US"/>
          </a:p>
          <a:p>
            <a:endParaRPr lang="en-US"/>
          </a:p>
          <a:p>
            <a:pPr marL="285750" indent="-285750">
              <a:buFont typeface="Arial" panose="020B0704020202020204" pitchFamily="34" charset="0"/>
              <a:buChar char="•"/>
            </a:pPr>
            <a:r>
              <a:rPr lang="en-US"/>
              <a:t>数据会永久保存在浏览器中，直到用户删除它们。</a:t>
            </a:r>
            <a:endParaRPr lang="en-US"/>
          </a:p>
          <a:p>
            <a:pPr marL="285750" indent="-285750">
              <a:buFont typeface="Arial" panose="020B0704020202020204" pitchFamily="34" charset="0"/>
              <a:buChar char="•"/>
            </a:pPr>
            <a:r>
              <a:rPr lang="en-US"/>
              <a:t>在与该域相关的所有标签页中都可以访问。</a:t>
            </a:r>
            <a:endParaRPr lang="en-US"/>
          </a:p>
          <a:p>
            <a:pPr marL="285750" indent="-285750">
              <a:buFont typeface="Arial" panose="020B0704020202020204" pitchFamily="34" charset="0"/>
              <a:buChar char="•"/>
            </a:pPr>
            <a:r>
              <a:rPr lang="en-US"/>
              <a:t>数据以字符串形式存储。</a:t>
            </a:r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9B618960-8005-486C-9A75-10CB2AAC16F9}" type="slidenum">
              <a:rPr lang="en-US" smtClean="0"/>
            </a:fld>
            <a:endParaRPr lang="en-US"/>
          </a:p>
        </p:txBody>
      </p:sp>
      <p:sp>
        <p:nvSpPr>
          <p:cNvPr id="5" name="Text Box 4"/>
          <p:cNvSpPr txBox="1"/>
          <p:nvPr/>
        </p:nvSpPr>
        <p:spPr>
          <a:xfrm>
            <a:off x="381000" y="420370"/>
            <a:ext cx="4523105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/>
              <a:t>Локальное хранилище (Local Storage)</a:t>
            </a:r>
            <a:endParaRPr lang="en-US"/>
          </a:p>
          <a:p>
            <a:r>
              <a:rPr lang="en-US"/>
              <a:t>解释</a:t>
            </a:r>
            <a:endParaRPr lang="en-US"/>
          </a:p>
        </p:txBody>
      </p:sp>
      <p:sp>
        <p:nvSpPr>
          <p:cNvPr id="6" name="Text Box 5"/>
          <p:cNvSpPr txBox="1"/>
          <p:nvPr/>
        </p:nvSpPr>
        <p:spPr>
          <a:xfrm>
            <a:off x="381000" y="1689100"/>
            <a:ext cx="5014595" cy="11988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sz="2400"/>
              <a:t>Для  localStorage используются те же самые методы </a:t>
            </a:r>
            <a:r>
              <a:rPr lang="ru-RU" altLang="en-US" sz="2400"/>
              <a:t>что и </a:t>
            </a:r>
            <a:r>
              <a:rPr lang="en-US" sz="2400"/>
              <a:t>в sessionStorage</a:t>
            </a:r>
            <a:endParaRPr lang="en-US" sz="2400"/>
          </a:p>
        </p:txBody>
      </p:sp>
      <p:sp>
        <p:nvSpPr>
          <p:cNvPr id="7" name="Text Box 6"/>
          <p:cNvSpPr txBox="1"/>
          <p:nvPr/>
        </p:nvSpPr>
        <p:spPr>
          <a:xfrm>
            <a:off x="5699760" y="1689100"/>
            <a:ext cx="5014595" cy="156845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sz="3200"/>
              <a:t>对于 localStorage，使用的方法与 sessionStorage 完全相同。</a:t>
            </a:r>
            <a:endParaRPr lang="en-US" sz="320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9B618960-8005-486C-9A75-10CB2AAC16F9}" type="slidenum">
              <a:rPr lang="en-US" smtClean="0"/>
            </a:fld>
            <a:endParaRPr lang="en-US"/>
          </a:p>
        </p:txBody>
      </p:sp>
      <p:sp>
        <p:nvSpPr>
          <p:cNvPr id="3" name="Text Box 2"/>
          <p:cNvSpPr txBox="1"/>
          <p:nvPr/>
        </p:nvSpPr>
        <p:spPr>
          <a:xfrm>
            <a:off x="242570" y="591185"/>
            <a:ext cx="4064000" cy="92202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/>
              <a:t>Локальное хранилище (Local Storage)</a:t>
            </a:r>
            <a:endParaRPr lang="en-US"/>
          </a:p>
          <a:p>
            <a:r>
              <a:rPr lang="en-US"/>
              <a:t>解释</a:t>
            </a:r>
            <a:endParaRPr lang="en-US"/>
          </a:p>
        </p:txBody>
      </p:sp>
      <p:sp>
        <p:nvSpPr>
          <p:cNvPr id="4" name="Text Box 3"/>
          <p:cNvSpPr txBox="1"/>
          <p:nvPr/>
        </p:nvSpPr>
        <p:spPr>
          <a:xfrm>
            <a:off x="242570" y="1844040"/>
            <a:ext cx="11272520" cy="4030980"/>
          </a:xfrm>
          <a:prstGeom prst="rect">
            <a:avLst/>
          </a:prstGeom>
        </p:spPr>
        <p:txBody>
          <a:bodyPr wrap="square">
            <a:spAutoFit/>
          </a:bodyPr>
          <a:p>
            <a:pPr marL="0" indent="0" algn="l" defTabSz="266700">
              <a:lnSpc>
                <a:spcPts val="1800"/>
              </a:lnSpc>
              <a:spcAft>
                <a:spcPct val="0"/>
              </a:spcAft>
            </a:pPr>
            <a:r>
              <a:rPr sz="1700" b="0">
                <a:solidFill>
                  <a:srgbClr val="800000"/>
                </a:solidFill>
                <a:latin typeface="Menlo" panose="020B0609030804020204"/>
                <a:ea typeface="Menlo" panose="020B0609030804020204"/>
              </a:rPr>
              <a:t>&lt;body&gt;</a:t>
            </a:r>
            <a:endParaRPr sz="1700" b="0">
              <a:solidFill>
                <a:srgbClr val="800000"/>
              </a:solidFill>
              <a:latin typeface="Menlo" panose="020B0609030804020204"/>
              <a:ea typeface="Menlo" panose="020B0609030804020204"/>
            </a:endParaRPr>
          </a:p>
          <a:p>
            <a:pPr marL="0" indent="0" algn="l" defTabSz="266700">
              <a:lnSpc>
                <a:spcPts val="1800"/>
              </a:lnSpc>
              <a:spcAft>
                <a:spcPct val="0"/>
              </a:spcAft>
            </a:pPr>
            <a:r>
              <a:rPr sz="1700" b="0">
                <a:solidFill>
                  <a:srgbClr val="800000"/>
                </a:solidFill>
                <a:latin typeface="Menlo" panose="020B0609030804020204"/>
                <a:ea typeface="Menlo" panose="020B0609030804020204"/>
              </a:rPr>
              <a:t>&lt;button</a:t>
            </a:r>
            <a:r>
              <a:rPr sz="1700" b="0">
                <a:solidFill>
                  <a:srgbClr val="3B3B3B"/>
                </a:solidFill>
                <a:latin typeface="Menlo" panose="020B0609030804020204"/>
                <a:ea typeface="Menlo" panose="020B0609030804020204"/>
              </a:rPr>
              <a:t> </a:t>
            </a:r>
            <a:r>
              <a:rPr sz="1700" b="0">
                <a:solidFill>
                  <a:srgbClr val="E50000"/>
                </a:solidFill>
                <a:latin typeface="Menlo" panose="020B0609030804020204"/>
                <a:ea typeface="Menlo" panose="020B0609030804020204"/>
              </a:rPr>
              <a:t>onclick</a:t>
            </a:r>
            <a:r>
              <a:rPr sz="1700" b="0">
                <a:solidFill>
                  <a:srgbClr val="3B3B3B"/>
                </a:solidFill>
                <a:latin typeface="Menlo" panose="020B0609030804020204"/>
                <a:ea typeface="Menlo" panose="020B0609030804020204"/>
              </a:rPr>
              <a:t>=</a:t>
            </a:r>
            <a:r>
              <a:rPr sz="1700" b="0">
                <a:solidFill>
                  <a:srgbClr val="0000FF"/>
                </a:solidFill>
                <a:latin typeface="Menlo" panose="020B0609030804020204"/>
                <a:ea typeface="Menlo" panose="020B0609030804020204"/>
              </a:rPr>
              <a:t>"</a:t>
            </a:r>
            <a:r>
              <a:rPr sz="1700" b="0">
                <a:solidFill>
                  <a:srgbClr val="795E26"/>
                </a:solidFill>
                <a:latin typeface="Menlo" panose="020B0609030804020204"/>
                <a:ea typeface="Menlo" panose="020B0609030804020204"/>
              </a:rPr>
              <a:t>saveToLocalStorage</a:t>
            </a:r>
            <a:r>
              <a:rPr sz="1700" b="0">
                <a:solidFill>
                  <a:srgbClr val="0000FF"/>
                </a:solidFill>
                <a:latin typeface="Menlo" panose="020B0609030804020204"/>
                <a:ea typeface="Menlo" panose="020B0609030804020204"/>
              </a:rPr>
              <a:t>()"</a:t>
            </a:r>
            <a:r>
              <a:rPr sz="1700" b="0">
                <a:solidFill>
                  <a:srgbClr val="800000"/>
                </a:solidFill>
                <a:latin typeface="Menlo" panose="020B0609030804020204"/>
                <a:ea typeface="Menlo" panose="020B0609030804020204"/>
              </a:rPr>
              <a:t>&gt;</a:t>
            </a:r>
            <a:r>
              <a:rPr sz="1700" b="0">
                <a:solidFill>
                  <a:srgbClr val="3B3B3B"/>
                </a:solidFill>
                <a:latin typeface="Menlo" panose="020B0609030804020204"/>
                <a:ea typeface="Menlo" panose="020B0609030804020204"/>
              </a:rPr>
              <a:t>Сохранить в Local Storage</a:t>
            </a:r>
            <a:r>
              <a:rPr sz="1700" b="0">
                <a:solidFill>
                  <a:srgbClr val="800000"/>
                </a:solidFill>
                <a:latin typeface="Menlo" panose="020B0609030804020204"/>
                <a:ea typeface="Menlo" panose="020B0609030804020204"/>
              </a:rPr>
              <a:t>&lt;/button&gt;</a:t>
            </a:r>
            <a:endParaRPr sz="1700" b="0">
              <a:solidFill>
                <a:srgbClr val="800000"/>
              </a:solidFill>
              <a:latin typeface="Menlo" panose="020B0609030804020204"/>
              <a:ea typeface="Menlo" panose="020B0609030804020204"/>
            </a:endParaRPr>
          </a:p>
          <a:p>
            <a:pPr marL="0" indent="0" algn="l" defTabSz="266700">
              <a:lnSpc>
                <a:spcPts val="1800"/>
              </a:lnSpc>
              <a:spcAft>
                <a:spcPct val="0"/>
              </a:spcAft>
            </a:pPr>
            <a:r>
              <a:rPr sz="1700" b="0">
                <a:solidFill>
                  <a:srgbClr val="800000"/>
                </a:solidFill>
                <a:latin typeface="Menlo" panose="020B0609030804020204"/>
                <a:ea typeface="Menlo" panose="020B0609030804020204"/>
              </a:rPr>
              <a:t>&lt;button</a:t>
            </a:r>
            <a:r>
              <a:rPr sz="1700" b="0">
                <a:solidFill>
                  <a:srgbClr val="3B3B3B"/>
                </a:solidFill>
                <a:latin typeface="Menlo" panose="020B0609030804020204"/>
                <a:ea typeface="Menlo" panose="020B0609030804020204"/>
              </a:rPr>
              <a:t> </a:t>
            </a:r>
            <a:r>
              <a:rPr sz="1700" b="0">
                <a:solidFill>
                  <a:srgbClr val="E50000"/>
                </a:solidFill>
                <a:latin typeface="Menlo" panose="020B0609030804020204"/>
                <a:ea typeface="Menlo" panose="020B0609030804020204"/>
              </a:rPr>
              <a:t>onclick</a:t>
            </a:r>
            <a:r>
              <a:rPr sz="1700" b="0">
                <a:solidFill>
                  <a:srgbClr val="3B3B3B"/>
                </a:solidFill>
                <a:latin typeface="Menlo" panose="020B0609030804020204"/>
                <a:ea typeface="Menlo" panose="020B0609030804020204"/>
              </a:rPr>
              <a:t>=</a:t>
            </a:r>
            <a:r>
              <a:rPr sz="1700" b="0">
                <a:solidFill>
                  <a:srgbClr val="0000FF"/>
                </a:solidFill>
                <a:latin typeface="Menlo" panose="020B0609030804020204"/>
                <a:ea typeface="Menlo" panose="020B0609030804020204"/>
              </a:rPr>
              <a:t>"</a:t>
            </a:r>
            <a:r>
              <a:rPr sz="1700" b="0">
                <a:solidFill>
                  <a:srgbClr val="795E26"/>
                </a:solidFill>
                <a:latin typeface="Menlo" panose="020B0609030804020204"/>
                <a:ea typeface="Menlo" panose="020B0609030804020204"/>
              </a:rPr>
              <a:t>loadFromLocalStorage</a:t>
            </a:r>
            <a:r>
              <a:rPr sz="1700" b="0">
                <a:solidFill>
                  <a:srgbClr val="0000FF"/>
                </a:solidFill>
                <a:latin typeface="Menlo" panose="020B0609030804020204"/>
                <a:ea typeface="Menlo" panose="020B0609030804020204"/>
              </a:rPr>
              <a:t>()"</a:t>
            </a:r>
            <a:r>
              <a:rPr sz="1700" b="0">
                <a:solidFill>
                  <a:srgbClr val="800000"/>
                </a:solidFill>
                <a:latin typeface="Menlo" panose="020B0609030804020204"/>
                <a:ea typeface="Menlo" panose="020B0609030804020204"/>
              </a:rPr>
              <a:t>&gt;</a:t>
            </a:r>
            <a:r>
              <a:rPr sz="1700" b="0">
                <a:solidFill>
                  <a:srgbClr val="3B3B3B"/>
                </a:solidFill>
                <a:latin typeface="Menlo" panose="020B0609030804020204"/>
                <a:ea typeface="Menlo" panose="020B0609030804020204"/>
              </a:rPr>
              <a:t>Загрузить из Local Storage</a:t>
            </a:r>
            <a:r>
              <a:rPr sz="1700" b="0">
                <a:solidFill>
                  <a:srgbClr val="800000"/>
                </a:solidFill>
                <a:latin typeface="Menlo" panose="020B0609030804020204"/>
                <a:ea typeface="Menlo" panose="020B0609030804020204"/>
              </a:rPr>
              <a:t>&lt;/button&gt;</a:t>
            </a:r>
            <a:endParaRPr sz="1700" b="0">
              <a:solidFill>
                <a:srgbClr val="800000"/>
              </a:solidFill>
              <a:latin typeface="Menlo" panose="020B0609030804020204"/>
              <a:ea typeface="Menlo" panose="020B0609030804020204"/>
            </a:endParaRPr>
          </a:p>
          <a:p>
            <a:pPr marL="0" indent="0" algn="l" defTabSz="266700">
              <a:lnSpc>
                <a:spcPts val="1800"/>
              </a:lnSpc>
              <a:spcAft>
                <a:spcPct val="0"/>
              </a:spcAft>
            </a:pPr>
            <a:r>
              <a:rPr sz="1700" b="0">
                <a:solidFill>
                  <a:srgbClr val="800000"/>
                </a:solidFill>
                <a:latin typeface="Menlo" panose="020B0609030804020204"/>
                <a:ea typeface="Menlo" panose="020B0609030804020204"/>
              </a:rPr>
              <a:t>&lt;p</a:t>
            </a:r>
            <a:r>
              <a:rPr sz="1700" b="0">
                <a:solidFill>
                  <a:srgbClr val="3B3B3B"/>
                </a:solidFill>
                <a:latin typeface="Menlo" panose="020B0609030804020204"/>
                <a:ea typeface="Menlo" panose="020B0609030804020204"/>
              </a:rPr>
              <a:t> </a:t>
            </a:r>
            <a:r>
              <a:rPr sz="1700" b="0">
                <a:solidFill>
                  <a:srgbClr val="E50000"/>
                </a:solidFill>
                <a:latin typeface="Menlo" panose="020B0609030804020204"/>
                <a:ea typeface="Menlo" panose="020B0609030804020204"/>
              </a:rPr>
              <a:t>id</a:t>
            </a:r>
            <a:r>
              <a:rPr sz="1700" b="0">
                <a:solidFill>
                  <a:srgbClr val="3B3B3B"/>
                </a:solidFill>
                <a:latin typeface="Menlo" panose="020B0609030804020204"/>
                <a:ea typeface="Menlo" panose="020B0609030804020204"/>
              </a:rPr>
              <a:t>=</a:t>
            </a:r>
            <a:r>
              <a:rPr sz="1700" b="0">
                <a:solidFill>
                  <a:srgbClr val="0000FF"/>
                </a:solidFill>
                <a:latin typeface="Menlo" panose="020B0609030804020204"/>
                <a:ea typeface="Menlo" panose="020B0609030804020204"/>
              </a:rPr>
              <a:t>"localOutput"</a:t>
            </a:r>
            <a:r>
              <a:rPr sz="1700" b="0">
                <a:solidFill>
                  <a:srgbClr val="800000"/>
                </a:solidFill>
                <a:latin typeface="Menlo" panose="020B0609030804020204"/>
                <a:ea typeface="Menlo" panose="020B0609030804020204"/>
              </a:rPr>
              <a:t>&gt;&lt;/p&gt;</a:t>
            </a:r>
            <a:endParaRPr sz="1700" b="0">
              <a:solidFill>
                <a:srgbClr val="800000"/>
              </a:solidFill>
              <a:latin typeface="Menlo" panose="020B0609030804020204"/>
              <a:ea typeface="Menlo" panose="020B0609030804020204"/>
            </a:endParaRPr>
          </a:p>
          <a:p>
            <a:pPr marL="0" indent="0" algn="l" defTabSz="266700">
              <a:lnSpc>
                <a:spcPts val="1800"/>
              </a:lnSpc>
              <a:spcAft>
                <a:spcPct val="0"/>
              </a:spcAft>
            </a:pPr>
            <a:r>
              <a:rPr sz="1700" b="0">
                <a:solidFill>
                  <a:srgbClr val="3B3B3B"/>
                </a:solidFill>
                <a:latin typeface="Menlo" panose="020B0609030804020204"/>
                <a:ea typeface="Menlo" panose="020B0609030804020204"/>
              </a:rPr>
              <a:t> </a:t>
            </a:r>
            <a:endParaRPr sz="1700" b="0">
              <a:solidFill>
                <a:srgbClr val="3B3B3B"/>
              </a:solidFill>
              <a:latin typeface="Menlo" panose="020B0609030804020204"/>
              <a:ea typeface="Menlo" panose="020B0609030804020204"/>
            </a:endParaRPr>
          </a:p>
          <a:p>
            <a:pPr marL="0" indent="0" algn="l" defTabSz="266700">
              <a:lnSpc>
                <a:spcPts val="1800"/>
              </a:lnSpc>
              <a:spcAft>
                <a:spcPct val="0"/>
              </a:spcAft>
            </a:pPr>
            <a:r>
              <a:rPr sz="1700" b="0">
                <a:solidFill>
                  <a:srgbClr val="800000"/>
                </a:solidFill>
                <a:latin typeface="Menlo" panose="020B0609030804020204"/>
                <a:ea typeface="Menlo" panose="020B0609030804020204"/>
              </a:rPr>
              <a:t>&lt;script&gt;</a:t>
            </a:r>
            <a:endParaRPr sz="1700" b="0">
              <a:solidFill>
                <a:srgbClr val="800000"/>
              </a:solidFill>
              <a:latin typeface="Menlo" panose="020B0609030804020204"/>
              <a:ea typeface="Menlo" panose="020B0609030804020204"/>
            </a:endParaRPr>
          </a:p>
          <a:p>
            <a:pPr marL="0" indent="0" algn="l" defTabSz="266700">
              <a:lnSpc>
                <a:spcPts val="1800"/>
              </a:lnSpc>
              <a:spcAft>
                <a:spcPct val="0"/>
              </a:spcAft>
            </a:pPr>
            <a:r>
              <a:rPr sz="1700" b="0">
                <a:solidFill>
                  <a:srgbClr val="0000FF"/>
                </a:solidFill>
                <a:latin typeface="Menlo" panose="020B0609030804020204"/>
                <a:ea typeface="Menlo" panose="020B0609030804020204"/>
              </a:rPr>
              <a:t>function</a:t>
            </a:r>
            <a:r>
              <a:rPr sz="1700" b="0">
                <a:solidFill>
                  <a:srgbClr val="000000"/>
                </a:solidFill>
                <a:latin typeface="Menlo" panose="020B0609030804020204"/>
                <a:ea typeface="Menlo" panose="020B0609030804020204"/>
              </a:rPr>
              <a:t> </a:t>
            </a:r>
            <a:r>
              <a:rPr sz="1700" b="0">
                <a:solidFill>
                  <a:srgbClr val="795E26"/>
                </a:solidFill>
                <a:latin typeface="Menlo" panose="020B0609030804020204"/>
                <a:ea typeface="Menlo" panose="020B0609030804020204"/>
              </a:rPr>
              <a:t>saveToLocalStorage</a:t>
            </a:r>
            <a:r>
              <a:rPr sz="1700" b="0">
                <a:solidFill>
                  <a:srgbClr val="000000"/>
                </a:solidFill>
                <a:latin typeface="Menlo" panose="020B0609030804020204"/>
                <a:ea typeface="Menlo" panose="020B0609030804020204"/>
              </a:rPr>
              <a:t>() {</a:t>
            </a:r>
            <a:endParaRPr sz="1700" b="0">
              <a:solidFill>
                <a:srgbClr val="000000"/>
              </a:solidFill>
              <a:latin typeface="Menlo" panose="020B0609030804020204"/>
              <a:ea typeface="Menlo" panose="020B0609030804020204"/>
            </a:endParaRPr>
          </a:p>
          <a:p>
            <a:pPr marL="0" indent="457200" algn="l" defTabSz="266700">
              <a:lnSpc>
                <a:spcPts val="1800"/>
              </a:lnSpc>
              <a:spcAft>
                <a:spcPct val="0"/>
              </a:spcAft>
            </a:pPr>
            <a:r>
              <a:rPr sz="1700" b="0">
                <a:solidFill>
                  <a:srgbClr val="001080"/>
                </a:solidFill>
                <a:latin typeface="Menlo" panose="020B0609030804020204"/>
                <a:ea typeface="Menlo" panose="020B0609030804020204"/>
              </a:rPr>
              <a:t>localStorage</a:t>
            </a:r>
            <a:r>
              <a:rPr sz="1700" b="0">
                <a:solidFill>
                  <a:srgbClr val="000000"/>
                </a:solidFill>
                <a:latin typeface="Menlo" panose="020B0609030804020204"/>
                <a:ea typeface="Menlo" panose="020B0609030804020204"/>
              </a:rPr>
              <a:t>.</a:t>
            </a:r>
            <a:r>
              <a:rPr sz="1700" b="0">
                <a:solidFill>
                  <a:srgbClr val="795E26"/>
                </a:solidFill>
                <a:latin typeface="Menlo" panose="020B0609030804020204"/>
                <a:ea typeface="Menlo" panose="020B0609030804020204"/>
              </a:rPr>
              <a:t>setItem</a:t>
            </a:r>
            <a:r>
              <a:rPr sz="1700" b="0">
                <a:solidFill>
                  <a:srgbClr val="000000"/>
                </a:solidFill>
                <a:latin typeface="Menlo" panose="020B0609030804020204"/>
                <a:ea typeface="Menlo" panose="020B0609030804020204"/>
              </a:rPr>
              <a:t>(</a:t>
            </a:r>
            <a:r>
              <a:rPr sz="1700" b="0">
                <a:solidFill>
                  <a:srgbClr val="A31515"/>
                </a:solidFill>
                <a:latin typeface="Menlo" panose="020B0609030804020204"/>
                <a:ea typeface="Menlo" panose="020B0609030804020204"/>
              </a:rPr>
              <a:t>"theme"</a:t>
            </a:r>
            <a:r>
              <a:rPr sz="1700" b="0">
                <a:solidFill>
                  <a:srgbClr val="000000"/>
                </a:solidFill>
                <a:latin typeface="Menlo" panose="020B0609030804020204"/>
                <a:ea typeface="Menlo" panose="020B0609030804020204"/>
              </a:rPr>
              <a:t>, </a:t>
            </a:r>
            <a:r>
              <a:rPr sz="1700" b="0">
                <a:solidFill>
                  <a:srgbClr val="A31515"/>
                </a:solidFill>
                <a:latin typeface="Menlo" panose="020B0609030804020204"/>
                <a:ea typeface="Menlo" panose="020B0609030804020204"/>
              </a:rPr>
              <a:t>"dark"</a:t>
            </a:r>
            <a:r>
              <a:rPr sz="1700" b="0">
                <a:solidFill>
                  <a:srgbClr val="000000"/>
                </a:solidFill>
                <a:latin typeface="Menlo" panose="020B0609030804020204"/>
                <a:ea typeface="Menlo" panose="020B0609030804020204"/>
              </a:rPr>
              <a:t>);</a:t>
            </a:r>
            <a:endParaRPr sz="1700" b="0">
              <a:solidFill>
                <a:srgbClr val="000000"/>
              </a:solidFill>
              <a:latin typeface="Menlo" panose="020B0609030804020204"/>
              <a:ea typeface="Menlo" panose="020B0609030804020204"/>
            </a:endParaRPr>
          </a:p>
          <a:p>
            <a:pPr marL="0" indent="0" algn="l" defTabSz="266700">
              <a:lnSpc>
                <a:spcPts val="1800"/>
              </a:lnSpc>
              <a:spcAft>
                <a:spcPct val="0"/>
              </a:spcAft>
            </a:pPr>
            <a:r>
              <a:rPr sz="1700" b="0">
                <a:solidFill>
                  <a:srgbClr val="000000"/>
                </a:solidFill>
                <a:latin typeface="Menlo" panose="020B0609030804020204"/>
                <a:ea typeface="Menlo" panose="020B0609030804020204"/>
              </a:rPr>
              <a:t>}</a:t>
            </a:r>
            <a:endParaRPr sz="1700" b="0">
              <a:solidFill>
                <a:srgbClr val="000000"/>
              </a:solidFill>
              <a:latin typeface="Menlo" panose="020B0609030804020204"/>
              <a:ea typeface="Menlo" panose="020B0609030804020204"/>
            </a:endParaRPr>
          </a:p>
          <a:p>
            <a:pPr marL="0" indent="0" algn="l" defTabSz="266700">
              <a:spcAft>
                <a:spcPct val="0"/>
              </a:spcAft>
            </a:pPr>
            <a:r>
              <a:rPr sz="1600">
                <a:latin typeface="Times New Roman" panose="02020603050405020304"/>
                <a:ea typeface="SimSun"/>
              </a:rPr>
              <a:t> </a:t>
            </a:r>
            <a:endParaRPr sz="1600">
              <a:latin typeface="Times New Roman" panose="02020603050405020304"/>
              <a:ea typeface="SimSun"/>
            </a:endParaRPr>
          </a:p>
          <a:p>
            <a:pPr marL="0" indent="0" algn="l" defTabSz="266700">
              <a:lnSpc>
                <a:spcPts val="1800"/>
              </a:lnSpc>
              <a:spcAft>
                <a:spcPct val="0"/>
              </a:spcAft>
            </a:pPr>
            <a:r>
              <a:rPr sz="1700" b="0">
                <a:solidFill>
                  <a:srgbClr val="0000FF"/>
                </a:solidFill>
                <a:latin typeface="Menlo" panose="020B0609030804020204"/>
                <a:ea typeface="Menlo" panose="020B0609030804020204"/>
              </a:rPr>
              <a:t>function</a:t>
            </a:r>
            <a:r>
              <a:rPr sz="1700" b="0">
                <a:solidFill>
                  <a:srgbClr val="000000"/>
                </a:solidFill>
                <a:latin typeface="Menlo" panose="020B0609030804020204"/>
                <a:ea typeface="Menlo" panose="020B0609030804020204"/>
              </a:rPr>
              <a:t> </a:t>
            </a:r>
            <a:r>
              <a:rPr sz="1700" b="0">
                <a:solidFill>
                  <a:srgbClr val="795E26"/>
                </a:solidFill>
                <a:latin typeface="Menlo" panose="020B0609030804020204"/>
                <a:ea typeface="Menlo" panose="020B0609030804020204"/>
              </a:rPr>
              <a:t>loadFromLocalStorage</a:t>
            </a:r>
            <a:r>
              <a:rPr sz="1700" b="0">
                <a:solidFill>
                  <a:srgbClr val="000000"/>
                </a:solidFill>
                <a:latin typeface="Menlo" panose="020B0609030804020204"/>
                <a:ea typeface="Menlo" panose="020B0609030804020204"/>
              </a:rPr>
              <a:t>() {</a:t>
            </a:r>
            <a:endParaRPr sz="1700" b="0">
              <a:solidFill>
                <a:srgbClr val="000000"/>
              </a:solidFill>
              <a:latin typeface="Menlo" panose="020B0609030804020204"/>
              <a:ea typeface="Menlo" panose="020B0609030804020204"/>
            </a:endParaRPr>
          </a:p>
          <a:p>
            <a:pPr marL="0" indent="457200" algn="l" defTabSz="266700">
              <a:lnSpc>
                <a:spcPts val="1800"/>
              </a:lnSpc>
              <a:spcAft>
                <a:spcPct val="0"/>
              </a:spcAft>
            </a:pPr>
            <a:r>
              <a:rPr sz="1700" b="0">
                <a:solidFill>
                  <a:srgbClr val="0000FF"/>
                </a:solidFill>
                <a:latin typeface="Menlo" panose="020B0609030804020204"/>
                <a:ea typeface="Menlo" panose="020B0609030804020204"/>
              </a:rPr>
              <a:t>const</a:t>
            </a:r>
            <a:r>
              <a:rPr sz="1700" b="0">
                <a:solidFill>
                  <a:srgbClr val="000000"/>
                </a:solidFill>
                <a:latin typeface="Menlo" panose="020B0609030804020204"/>
                <a:ea typeface="Menlo" panose="020B0609030804020204"/>
              </a:rPr>
              <a:t> </a:t>
            </a:r>
            <a:r>
              <a:rPr sz="1700" b="0">
                <a:solidFill>
                  <a:srgbClr val="0070C1"/>
                </a:solidFill>
                <a:latin typeface="Menlo" panose="020B0609030804020204"/>
                <a:ea typeface="Menlo" panose="020B0609030804020204"/>
              </a:rPr>
              <a:t>theme</a:t>
            </a:r>
            <a:r>
              <a:rPr sz="1700" b="0">
                <a:solidFill>
                  <a:srgbClr val="000000"/>
                </a:solidFill>
                <a:latin typeface="Menlo" panose="020B0609030804020204"/>
                <a:ea typeface="Menlo" panose="020B0609030804020204"/>
              </a:rPr>
              <a:t> = </a:t>
            </a:r>
            <a:r>
              <a:rPr sz="1700" b="0">
                <a:solidFill>
                  <a:srgbClr val="001080"/>
                </a:solidFill>
                <a:latin typeface="Menlo" panose="020B0609030804020204"/>
                <a:ea typeface="Menlo" panose="020B0609030804020204"/>
              </a:rPr>
              <a:t>localStorage</a:t>
            </a:r>
            <a:r>
              <a:rPr sz="1700" b="0">
                <a:solidFill>
                  <a:srgbClr val="000000"/>
                </a:solidFill>
                <a:latin typeface="Menlo" panose="020B0609030804020204"/>
                <a:ea typeface="Menlo" panose="020B0609030804020204"/>
              </a:rPr>
              <a:t>.</a:t>
            </a:r>
            <a:r>
              <a:rPr sz="1700" b="0">
                <a:solidFill>
                  <a:srgbClr val="795E26"/>
                </a:solidFill>
                <a:latin typeface="Menlo" panose="020B0609030804020204"/>
                <a:ea typeface="Menlo" panose="020B0609030804020204"/>
              </a:rPr>
              <a:t>getItem</a:t>
            </a:r>
            <a:r>
              <a:rPr sz="1700" b="0">
                <a:solidFill>
                  <a:srgbClr val="000000"/>
                </a:solidFill>
                <a:latin typeface="Menlo" panose="020B0609030804020204"/>
                <a:ea typeface="Menlo" panose="020B0609030804020204"/>
              </a:rPr>
              <a:t>(</a:t>
            </a:r>
            <a:r>
              <a:rPr sz="1700" b="0">
                <a:solidFill>
                  <a:srgbClr val="A31515"/>
                </a:solidFill>
                <a:latin typeface="Menlo" panose="020B0609030804020204"/>
                <a:ea typeface="Menlo" panose="020B0609030804020204"/>
              </a:rPr>
              <a:t>"theme"</a:t>
            </a:r>
            <a:r>
              <a:rPr sz="1700" b="0">
                <a:solidFill>
                  <a:srgbClr val="000000"/>
                </a:solidFill>
                <a:latin typeface="Menlo" panose="020B0609030804020204"/>
                <a:ea typeface="Menlo" panose="020B0609030804020204"/>
              </a:rPr>
              <a:t>);</a:t>
            </a:r>
            <a:endParaRPr sz="1700" b="0">
              <a:solidFill>
                <a:srgbClr val="000000"/>
              </a:solidFill>
              <a:latin typeface="Menlo" panose="020B0609030804020204"/>
              <a:ea typeface="Menlo" panose="020B0609030804020204"/>
            </a:endParaRPr>
          </a:p>
          <a:p>
            <a:pPr marL="0" indent="457200" algn="l" defTabSz="266700">
              <a:lnSpc>
                <a:spcPts val="1800"/>
              </a:lnSpc>
              <a:spcAft>
                <a:spcPct val="0"/>
              </a:spcAft>
            </a:pPr>
            <a:r>
              <a:rPr sz="1700" b="0">
                <a:solidFill>
                  <a:srgbClr val="001080"/>
                </a:solidFill>
                <a:latin typeface="Menlo" panose="020B0609030804020204"/>
                <a:ea typeface="Menlo" panose="020B0609030804020204"/>
              </a:rPr>
              <a:t>document</a:t>
            </a:r>
            <a:r>
              <a:rPr sz="1700" b="0">
                <a:solidFill>
                  <a:srgbClr val="000000"/>
                </a:solidFill>
                <a:latin typeface="Menlo" panose="020B0609030804020204"/>
                <a:ea typeface="Menlo" panose="020B0609030804020204"/>
              </a:rPr>
              <a:t>.</a:t>
            </a:r>
            <a:r>
              <a:rPr sz="1700" b="0">
                <a:solidFill>
                  <a:srgbClr val="795E26"/>
                </a:solidFill>
                <a:latin typeface="Menlo" panose="020B0609030804020204"/>
                <a:ea typeface="Menlo" panose="020B0609030804020204"/>
              </a:rPr>
              <a:t>getElementById</a:t>
            </a:r>
            <a:r>
              <a:rPr sz="1700" b="0">
                <a:solidFill>
                  <a:srgbClr val="000000"/>
                </a:solidFill>
                <a:latin typeface="Menlo" panose="020B0609030804020204"/>
                <a:ea typeface="Menlo" panose="020B0609030804020204"/>
              </a:rPr>
              <a:t>(</a:t>
            </a:r>
            <a:r>
              <a:rPr sz="1700" b="0">
                <a:solidFill>
                  <a:srgbClr val="A31515"/>
                </a:solidFill>
                <a:latin typeface="Menlo" panose="020B0609030804020204"/>
                <a:ea typeface="Menlo" panose="020B0609030804020204"/>
              </a:rPr>
              <a:t>"localOutput"</a:t>
            </a:r>
            <a:r>
              <a:rPr sz="1700" b="0">
                <a:solidFill>
                  <a:srgbClr val="000000"/>
                </a:solidFill>
                <a:latin typeface="Menlo" panose="020B0609030804020204"/>
                <a:ea typeface="Menlo" panose="020B0609030804020204"/>
              </a:rPr>
              <a:t>).</a:t>
            </a:r>
            <a:r>
              <a:rPr sz="1700" b="0">
                <a:solidFill>
                  <a:srgbClr val="001080"/>
                </a:solidFill>
                <a:latin typeface="Menlo" panose="020B0609030804020204"/>
                <a:ea typeface="Menlo" panose="020B0609030804020204"/>
              </a:rPr>
              <a:t>innerText</a:t>
            </a:r>
            <a:r>
              <a:rPr sz="1700" b="0">
                <a:solidFill>
                  <a:srgbClr val="000000"/>
                </a:solidFill>
                <a:latin typeface="Menlo" panose="020B0609030804020204"/>
                <a:ea typeface="Menlo" panose="020B0609030804020204"/>
              </a:rPr>
              <a:t> = </a:t>
            </a:r>
            <a:r>
              <a:rPr sz="1700" b="0">
                <a:solidFill>
                  <a:srgbClr val="0070C1"/>
                </a:solidFill>
                <a:latin typeface="Menlo" panose="020B0609030804020204"/>
                <a:ea typeface="Menlo" panose="020B0609030804020204"/>
              </a:rPr>
              <a:t>theme</a:t>
            </a:r>
            <a:r>
              <a:rPr sz="1700" b="0">
                <a:solidFill>
                  <a:srgbClr val="000000"/>
                </a:solidFill>
                <a:latin typeface="Menlo" panose="020B0609030804020204"/>
                <a:ea typeface="Menlo" panose="020B0609030804020204"/>
              </a:rPr>
              <a:t> ? </a:t>
            </a:r>
            <a:r>
              <a:rPr sz="1700" b="0">
                <a:solidFill>
                  <a:srgbClr val="A31515"/>
                </a:solidFill>
                <a:latin typeface="Menlo" panose="020B0609030804020204"/>
                <a:ea typeface="Menlo" panose="020B0609030804020204"/>
              </a:rPr>
              <a:t>`Тема: </a:t>
            </a:r>
            <a:r>
              <a:rPr sz="1700" b="0">
                <a:solidFill>
                  <a:srgbClr val="0000FF"/>
                </a:solidFill>
                <a:latin typeface="Menlo" panose="020B0609030804020204"/>
                <a:ea typeface="Menlo" panose="020B0609030804020204"/>
              </a:rPr>
              <a:t>${</a:t>
            </a:r>
            <a:r>
              <a:rPr sz="1700" b="0">
                <a:solidFill>
                  <a:srgbClr val="0070C1"/>
                </a:solidFill>
                <a:latin typeface="Menlo" panose="020B0609030804020204"/>
                <a:ea typeface="Menlo" panose="020B0609030804020204"/>
              </a:rPr>
              <a:t>theme</a:t>
            </a:r>
            <a:r>
              <a:rPr sz="1700" b="0">
                <a:solidFill>
                  <a:srgbClr val="0000FF"/>
                </a:solidFill>
                <a:latin typeface="Menlo" panose="020B0609030804020204"/>
                <a:ea typeface="Menlo" panose="020B0609030804020204"/>
              </a:rPr>
              <a:t>}</a:t>
            </a:r>
            <a:r>
              <a:rPr sz="1700" b="0">
                <a:solidFill>
                  <a:srgbClr val="A31515"/>
                </a:solidFill>
                <a:latin typeface="Menlo" panose="020B0609030804020204"/>
                <a:ea typeface="Menlo" panose="020B0609030804020204"/>
              </a:rPr>
              <a:t>`</a:t>
            </a:r>
            <a:r>
              <a:rPr sz="1700" b="0">
                <a:solidFill>
                  <a:srgbClr val="000000"/>
                </a:solidFill>
                <a:latin typeface="Menlo" panose="020B0609030804020204"/>
                <a:ea typeface="Menlo" panose="020B0609030804020204"/>
              </a:rPr>
              <a:t> : </a:t>
            </a:r>
            <a:r>
              <a:rPr sz="1700" b="0">
                <a:solidFill>
                  <a:srgbClr val="A31515"/>
                </a:solidFill>
                <a:latin typeface="Menlo" panose="020B0609030804020204"/>
                <a:ea typeface="Menlo" panose="020B0609030804020204"/>
              </a:rPr>
              <a:t>"Тема не установлена"</a:t>
            </a:r>
            <a:r>
              <a:rPr sz="1700" b="0">
                <a:solidFill>
                  <a:srgbClr val="000000"/>
                </a:solidFill>
                <a:latin typeface="Menlo" panose="020B0609030804020204"/>
                <a:ea typeface="Menlo" panose="020B0609030804020204"/>
              </a:rPr>
              <a:t>;</a:t>
            </a:r>
            <a:endParaRPr sz="1700" b="0">
              <a:solidFill>
                <a:srgbClr val="000000"/>
              </a:solidFill>
              <a:latin typeface="Menlo" panose="020B0609030804020204"/>
              <a:ea typeface="Menlo" panose="020B0609030804020204"/>
            </a:endParaRPr>
          </a:p>
          <a:p>
            <a:pPr marL="0" indent="0" algn="l" defTabSz="266700">
              <a:lnSpc>
                <a:spcPts val="1800"/>
              </a:lnSpc>
              <a:spcAft>
                <a:spcPct val="0"/>
              </a:spcAft>
            </a:pPr>
            <a:r>
              <a:rPr sz="1700" b="0">
                <a:solidFill>
                  <a:srgbClr val="000000"/>
                </a:solidFill>
                <a:latin typeface="Menlo" panose="020B0609030804020204"/>
                <a:ea typeface="Menlo" panose="020B0609030804020204"/>
              </a:rPr>
              <a:t>}</a:t>
            </a:r>
            <a:endParaRPr sz="1700" b="0">
              <a:solidFill>
                <a:srgbClr val="000000"/>
              </a:solidFill>
              <a:latin typeface="Menlo" panose="020B0609030804020204"/>
              <a:ea typeface="Menlo" panose="020B0609030804020204"/>
            </a:endParaRPr>
          </a:p>
          <a:p>
            <a:pPr marL="0" indent="0" algn="l" defTabSz="266700">
              <a:lnSpc>
                <a:spcPts val="1800"/>
              </a:lnSpc>
              <a:spcAft>
                <a:spcPct val="0"/>
              </a:spcAft>
            </a:pPr>
            <a:r>
              <a:rPr sz="1700" b="0">
                <a:solidFill>
                  <a:srgbClr val="800000"/>
                </a:solidFill>
                <a:latin typeface="Menlo" panose="020B0609030804020204"/>
                <a:ea typeface="Menlo" panose="020B0609030804020204"/>
              </a:rPr>
              <a:t>&lt;/script&gt;</a:t>
            </a:r>
            <a:endParaRPr sz="1700" b="0">
              <a:solidFill>
                <a:srgbClr val="800000"/>
              </a:solidFill>
              <a:latin typeface="Menlo" panose="020B0609030804020204"/>
              <a:ea typeface="Menlo" panose="020B0609030804020204"/>
            </a:endParaRPr>
          </a:p>
          <a:p>
            <a:pPr marL="0" indent="0" algn="l" defTabSz="266700">
              <a:lnSpc>
                <a:spcPts val="1800"/>
              </a:lnSpc>
              <a:spcAft>
                <a:spcPct val="0"/>
              </a:spcAft>
            </a:pPr>
            <a:r>
              <a:rPr sz="1700" b="0">
                <a:solidFill>
                  <a:srgbClr val="800000"/>
                </a:solidFill>
                <a:latin typeface="Menlo" panose="020B0609030804020204"/>
                <a:ea typeface="Menlo" panose="020B0609030804020204"/>
              </a:rPr>
              <a:t>&lt;/body&gt;</a:t>
            </a:r>
            <a:endParaRPr sz="1700" b="0">
              <a:solidFill>
                <a:srgbClr val="800000"/>
              </a:solidFill>
              <a:latin typeface="Menlo" panose="020B0609030804020204"/>
              <a:ea typeface="Menlo" panose="020B0609030804020204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9B618960-8005-486C-9A75-10CB2AAC16F9}" type="slidenum">
              <a:rPr lang="en-US" smtClean="0"/>
            </a:fld>
            <a:endParaRPr lang="en-US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219325" y="1609725"/>
            <a:ext cx="7753350" cy="3638550"/>
          </a:xfrm>
          <a:prstGeom prst="rect">
            <a:avLst/>
          </a:prstGeom>
        </p:spPr>
      </p:pic>
      <p:sp>
        <p:nvSpPr>
          <p:cNvPr id="4" name="Text Box 3"/>
          <p:cNvSpPr txBox="1"/>
          <p:nvPr/>
        </p:nvSpPr>
        <p:spPr>
          <a:xfrm>
            <a:off x="242570" y="591185"/>
            <a:ext cx="4779645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/>
              <a:t>Локальное хранилище (Local Storage)</a:t>
            </a:r>
            <a:endParaRPr lang="en-US"/>
          </a:p>
          <a:p>
            <a:r>
              <a:rPr lang="en-US"/>
              <a:t>解释</a:t>
            </a:r>
            <a:endParaRPr 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9B618960-8005-486C-9A75-10CB2AAC16F9}" type="slidenum">
              <a:rPr lang="en-US" smtClean="0"/>
            </a:fld>
            <a:endParaRPr lang="en-US"/>
          </a:p>
        </p:txBody>
      </p:sp>
      <p:sp>
        <p:nvSpPr>
          <p:cNvPr id="3" name="Text Box 2"/>
          <p:cNvSpPr txBox="1"/>
          <p:nvPr/>
        </p:nvSpPr>
        <p:spPr>
          <a:xfrm>
            <a:off x="678180" y="805815"/>
            <a:ext cx="10579735" cy="1322070"/>
          </a:xfrm>
          <a:prstGeom prst="rect">
            <a:avLst/>
          </a:prstGeom>
        </p:spPr>
        <p:txBody>
          <a:bodyPr wrap="square">
            <a:spAutoFit/>
          </a:bodyPr>
          <a:p>
            <a:r>
              <a:rPr sz="1600"/>
              <a:t>Использование sessionStorage и localStorage — это мощный инструмент для работы с клиентскими данными. Они позволяют хранить данные на стороне клиента и использовать их при повторных посещениях страницы. Различие между ними заключается в продолжительности хранения данных: sessionStorage сохраняет данные только в пределах текущей сессии, в то время как localStorage сохраняет их на неопределённый срок.</a:t>
            </a:r>
            <a:endParaRPr sz="1600"/>
          </a:p>
        </p:txBody>
      </p:sp>
      <p:sp>
        <p:nvSpPr>
          <p:cNvPr id="4" name="Text Box 3"/>
          <p:cNvSpPr txBox="1"/>
          <p:nvPr/>
        </p:nvSpPr>
        <p:spPr>
          <a:xfrm>
            <a:off x="678180" y="2849245"/>
            <a:ext cx="10579735" cy="1568450"/>
          </a:xfrm>
          <a:prstGeom prst="rect">
            <a:avLst/>
          </a:prstGeom>
        </p:spPr>
        <p:txBody>
          <a:bodyPr wrap="square">
            <a:spAutoFit/>
          </a:bodyPr>
          <a:p>
            <a:r>
              <a:rPr sz="2400"/>
              <a:t>使用 sessionStorage 和 localStorage 是处理客户端数据的强大工具。它们允许在客户端存储数据，并在页面的后续访问中使用它们。它们的主要区别在于数据存储的持续时间：sessionStorage 仅在当前会话中保存数据，而 localStorage 则将数据保存为无限期。</a:t>
            </a:r>
            <a:endParaRPr sz="240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9B618960-8005-486C-9A75-10CB2AAC16F9}" type="slidenum">
              <a:rPr lang="en-US" smtClean="0"/>
            </a:fld>
            <a:endParaRPr lang="en-US"/>
          </a:p>
        </p:txBody>
      </p:sp>
      <p:sp>
        <p:nvSpPr>
          <p:cNvPr id="3" name="Text Box 2"/>
          <p:cNvSpPr txBox="1"/>
          <p:nvPr/>
        </p:nvSpPr>
        <p:spPr>
          <a:xfrm>
            <a:off x="841375" y="1632268"/>
            <a:ext cx="5080000" cy="2553335"/>
          </a:xfrm>
          <a:prstGeom prst="rect">
            <a:avLst/>
          </a:prstGeom>
        </p:spPr>
        <p:txBody>
          <a:bodyPr>
            <a:spAutoFit/>
          </a:bodyPr>
          <a:p>
            <a:r>
              <a:rPr sz="1600"/>
              <a:t>Рассмотрим задачу, где мы будем использовать и sessionStorage, и localStorage. Пусть это будет форма для ввода имени пользователя. Если пользователь заполнил форму, его имя будет храниться в localStorage, а если он откроет страницу в другой вкладке, имя будет отображаться в обеих вкладках. Также, если пользователь ввел имя в одну вкладку, оно будет сохраняться в sessionStorage только в текущей вкладке.</a:t>
            </a:r>
            <a:endParaRPr sz="1600"/>
          </a:p>
        </p:txBody>
      </p:sp>
      <p:sp>
        <p:nvSpPr>
          <p:cNvPr id="4" name="Text Box 3"/>
          <p:cNvSpPr txBox="1"/>
          <p:nvPr/>
        </p:nvSpPr>
        <p:spPr>
          <a:xfrm>
            <a:off x="6454775" y="1632585"/>
            <a:ext cx="5080000" cy="2553335"/>
          </a:xfrm>
          <a:prstGeom prst="rect">
            <a:avLst/>
          </a:prstGeom>
        </p:spPr>
        <p:txBody>
          <a:bodyPr>
            <a:spAutoFit/>
          </a:bodyPr>
          <a:p>
            <a:r>
              <a:rPr sz="2000"/>
              <a:t>让我们考虑一个任务，使用 sessionStorage 和 localStorage。假设这是一个输入用户名的表单。如果用户填写了表单，它的名字将存储在 localStorage 中，如果他在另一标签页中打开页面，名字将显示在两个标签页中。另外，如果用户在一个标签页中输入了名字，它将仅保存在当前标签页的 sessionStorage 中。</a:t>
            </a:r>
            <a:endParaRPr sz="200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9B618960-8005-486C-9A75-10CB2AAC16F9}" type="slidenum">
              <a:rPr lang="en-US" smtClean="0"/>
            </a:fld>
            <a:endParaRPr lang="en-US"/>
          </a:p>
        </p:txBody>
      </p:sp>
      <p:sp>
        <p:nvSpPr>
          <p:cNvPr id="4" name="Text Box 3"/>
          <p:cNvSpPr txBox="1"/>
          <p:nvPr/>
        </p:nvSpPr>
        <p:spPr>
          <a:xfrm>
            <a:off x="701675" y="2209800"/>
            <a:ext cx="10916920" cy="1938020"/>
          </a:xfrm>
          <a:prstGeom prst="rect">
            <a:avLst/>
          </a:prstGeom>
        </p:spPr>
        <p:txBody>
          <a:bodyPr wrap="square">
            <a:spAutoFit/>
          </a:bodyPr>
          <a:p>
            <a:pPr>
              <a:lnSpc>
                <a:spcPts val="1800"/>
              </a:lnSpc>
            </a:pPr>
            <a:r>
              <a:rPr sz="1600" b="0">
                <a:solidFill>
                  <a:srgbClr val="800000"/>
                </a:solidFill>
                <a:latin typeface="Menlo" panose="020B0609030804020204"/>
                <a:ea typeface="Menlo" panose="020B0609030804020204"/>
              </a:rPr>
              <a:t>&lt;body&gt;</a:t>
            </a:r>
            <a:endParaRPr sz="1600" b="0">
              <a:solidFill>
                <a:srgbClr val="800000"/>
              </a:solidFill>
              <a:latin typeface="Menlo" panose="020B0609030804020204"/>
              <a:ea typeface="Menlo" panose="020B0609030804020204"/>
            </a:endParaRPr>
          </a:p>
          <a:p>
            <a:pPr>
              <a:lnSpc>
                <a:spcPts val="1800"/>
              </a:lnSpc>
            </a:pPr>
            <a:r>
              <a:rPr sz="1600" b="0">
                <a:solidFill>
                  <a:srgbClr val="800000"/>
                </a:solidFill>
                <a:latin typeface="Menlo" panose="020B0609030804020204"/>
                <a:ea typeface="Menlo" panose="020B0609030804020204"/>
              </a:rPr>
              <a:t>&lt;input</a:t>
            </a:r>
            <a:r>
              <a:rPr lang="ru-RU" sz="1600" b="0">
                <a:solidFill>
                  <a:srgbClr val="800000"/>
                </a:solidFill>
                <a:latin typeface="Menlo" panose="020B0609030804020204"/>
                <a:ea typeface="Menlo" panose="020B0609030804020204"/>
              </a:rPr>
              <a:t> </a:t>
            </a:r>
            <a:r>
              <a:rPr sz="1600" b="0">
                <a:solidFill>
                  <a:srgbClr val="E50000"/>
                </a:solidFill>
                <a:latin typeface="Menlo" panose="020B0609030804020204"/>
                <a:ea typeface="Menlo" panose="020B0609030804020204"/>
              </a:rPr>
              <a:t>type</a:t>
            </a:r>
            <a:r>
              <a:rPr sz="1600" b="0">
                <a:solidFill>
                  <a:srgbClr val="3B3B3B"/>
                </a:solidFill>
                <a:latin typeface="Menlo" panose="020B0609030804020204"/>
                <a:ea typeface="Menlo" panose="020B0609030804020204"/>
              </a:rPr>
              <a:t>=</a:t>
            </a:r>
            <a:r>
              <a:rPr sz="1600" b="0">
                <a:solidFill>
                  <a:srgbClr val="0000FF"/>
                </a:solidFill>
                <a:latin typeface="Menlo" panose="020B0609030804020204"/>
                <a:ea typeface="Menlo" panose="020B0609030804020204"/>
              </a:rPr>
              <a:t>"text"</a:t>
            </a:r>
            <a:r>
              <a:rPr lang="ru-RU" sz="1600" b="0">
                <a:solidFill>
                  <a:srgbClr val="0000FF"/>
                </a:solidFill>
                <a:latin typeface="Menlo" panose="020B0609030804020204"/>
                <a:ea typeface="Menlo" panose="020B0609030804020204"/>
              </a:rPr>
              <a:t> </a:t>
            </a:r>
            <a:r>
              <a:rPr sz="1600" b="0">
                <a:solidFill>
                  <a:srgbClr val="E50000"/>
                </a:solidFill>
                <a:latin typeface="Menlo" panose="020B0609030804020204"/>
                <a:ea typeface="Menlo" panose="020B0609030804020204"/>
              </a:rPr>
              <a:t>id</a:t>
            </a:r>
            <a:r>
              <a:rPr sz="1600" b="0">
                <a:solidFill>
                  <a:srgbClr val="3B3B3B"/>
                </a:solidFill>
                <a:latin typeface="Menlo" panose="020B0609030804020204"/>
                <a:ea typeface="Menlo" panose="020B0609030804020204"/>
              </a:rPr>
              <a:t>=</a:t>
            </a:r>
            <a:r>
              <a:rPr sz="1600" b="0">
                <a:solidFill>
                  <a:srgbClr val="0000FF"/>
                </a:solidFill>
                <a:latin typeface="Menlo" panose="020B0609030804020204"/>
                <a:ea typeface="Menlo" panose="020B0609030804020204"/>
              </a:rPr>
              <a:t>"usernameInput"</a:t>
            </a:r>
            <a:r>
              <a:rPr lang="ru-RU" sz="1600" b="0">
                <a:solidFill>
                  <a:srgbClr val="0000FF"/>
                </a:solidFill>
                <a:latin typeface="Menlo" panose="020B0609030804020204"/>
                <a:ea typeface="Menlo" panose="020B0609030804020204"/>
              </a:rPr>
              <a:t> </a:t>
            </a:r>
            <a:r>
              <a:rPr sz="1600" b="0">
                <a:solidFill>
                  <a:srgbClr val="E50000"/>
                </a:solidFill>
                <a:latin typeface="Menlo" panose="020B0609030804020204"/>
                <a:ea typeface="Menlo" panose="020B0609030804020204"/>
              </a:rPr>
              <a:t>placeholder</a:t>
            </a:r>
            <a:r>
              <a:rPr sz="1600" b="0">
                <a:solidFill>
                  <a:srgbClr val="3B3B3B"/>
                </a:solidFill>
                <a:latin typeface="Menlo" panose="020B0609030804020204"/>
                <a:ea typeface="Menlo" panose="020B0609030804020204"/>
              </a:rPr>
              <a:t>=</a:t>
            </a:r>
            <a:r>
              <a:rPr sz="1600" b="0">
                <a:solidFill>
                  <a:srgbClr val="0000FF"/>
                </a:solidFill>
                <a:latin typeface="Menlo" panose="020B0609030804020204"/>
                <a:ea typeface="Menlo" panose="020B0609030804020204"/>
              </a:rPr>
              <a:t>"Введите имя"</a:t>
            </a:r>
            <a:r>
              <a:rPr sz="1600" b="0">
                <a:solidFill>
                  <a:srgbClr val="800000"/>
                </a:solidFill>
                <a:latin typeface="Menlo" panose="020B0609030804020204"/>
                <a:ea typeface="Menlo" panose="020B0609030804020204"/>
              </a:rPr>
              <a:t>&gt;</a:t>
            </a:r>
            <a:endParaRPr sz="1600" b="0">
              <a:solidFill>
                <a:srgbClr val="800000"/>
              </a:solidFill>
              <a:latin typeface="Menlo" panose="020B0609030804020204"/>
              <a:ea typeface="Menlo" panose="020B0609030804020204"/>
            </a:endParaRPr>
          </a:p>
          <a:p>
            <a:pPr>
              <a:lnSpc>
                <a:spcPts val="1800"/>
              </a:lnSpc>
            </a:pPr>
            <a:r>
              <a:rPr sz="1600" b="0">
                <a:solidFill>
                  <a:srgbClr val="800000"/>
                </a:solidFill>
                <a:latin typeface="Menlo" panose="020B0609030804020204"/>
                <a:ea typeface="Menlo" panose="020B0609030804020204"/>
              </a:rPr>
              <a:t>&lt;button</a:t>
            </a:r>
            <a:r>
              <a:rPr lang="ru-RU" sz="1600" b="0">
                <a:solidFill>
                  <a:srgbClr val="800000"/>
                </a:solidFill>
                <a:latin typeface="Menlo" panose="020B0609030804020204"/>
                <a:ea typeface="Menlo" panose="020B0609030804020204"/>
              </a:rPr>
              <a:t> </a:t>
            </a:r>
            <a:r>
              <a:rPr sz="1600" b="0">
                <a:solidFill>
                  <a:srgbClr val="E50000"/>
                </a:solidFill>
                <a:latin typeface="Menlo" panose="020B0609030804020204"/>
                <a:ea typeface="Menlo" panose="020B0609030804020204"/>
              </a:rPr>
              <a:t>onclick</a:t>
            </a:r>
            <a:r>
              <a:rPr sz="1600" b="0">
                <a:solidFill>
                  <a:srgbClr val="3B3B3B"/>
                </a:solidFill>
                <a:latin typeface="Menlo" panose="020B0609030804020204"/>
                <a:ea typeface="Menlo" panose="020B0609030804020204"/>
              </a:rPr>
              <a:t>=</a:t>
            </a:r>
            <a:r>
              <a:rPr sz="1600" b="0">
                <a:solidFill>
                  <a:srgbClr val="0000FF"/>
                </a:solidFill>
                <a:latin typeface="Menlo" panose="020B0609030804020204"/>
                <a:ea typeface="Menlo" panose="020B0609030804020204"/>
              </a:rPr>
              <a:t>"</a:t>
            </a:r>
            <a:r>
              <a:rPr sz="1600" b="0">
                <a:solidFill>
                  <a:srgbClr val="795E26"/>
                </a:solidFill>
                <a:latin typeface="Menlo" panose="020B0609030804020204"/>
                <a:ea typeface="Menlo" panose="020B0609030804020204"/>
              </a:rPr>
              <a:t>saveName</a:t>
            </a:r>
            <a:r>
              <a:rPr sz="1600" b="0">
                <a:solidFill>
                  <a:srgbClr val="0000FF"/>
                </a:solidFill>
                <a:latin typeface="Menlo" panose="020B0609030804020204"/>
                <a:ea typeface="Menlo" panose="020B0609030804020204"/>
              </a:rPr>
              <a:t>()"</a:t>
            </a:r>
            <a:r>
              <a:rPr sz="1600" b="0">
                <a:solidFill>
                  <a:srgbClr val="800000"/>
                </a:solidFill>
                <a:latin typeface="Menlo" panose="020B0609030804020204"/>
                <a:ea typeface="Menlo" panose="020B0609030804020204"/>
              </a:rPr>
              <a:t>&gt;</a:t>
            </a:r>
            <a:r>
              <a:rPr sz="1600" b="0">
                <a:solidFill>
                  <a:srgbClr val="3B3B3B"/>
                </a:solidFill>
                <a:latin typeface="Menlo" panose="020B0609030804020204"/>
                <a:ea typeface="Menlo" panose="020B0609030804020204"/>
              </a:rPr>
              <a:t>Сохранить имя</a:t>
            </a:r>
            <a:r>
              <a:rPr sz="1600" b="0">
                <a:solidFill>
                  <a:srgbClr val="800000"/>
                </a:solidFill>
                <a:latin typeface="Menlo" panose="020B0609030804020204"/>
                <a:ea typeface="Menlo" panose="020B0609030804020204"/>
              </a:rPr>
              <a:t>&lt;/button&gt;</a:t>
            </a:r>
            <a:endParaRPr sz="1600" b="0">
              <a:solidFill>
                <a:srgbClr val="800000"/>
              </a:solidFill>
              <a:latin typeface="Menlo" panose="020B0609030804020204"/>
              <a:ea typeface="Menlo" panose="020B0609030804020204"/>
            </a:endParaRPr>
          </a:p>
          <a:p>
            <a:pPr>
              <a:lnSpc>
                <a:spcPts val="1800"/>
              </a:lnSpc>
            </a:pPr>
            <a:r>
              <a:rPr sz="1600" b="0">
                <a:solidFill>
                  <a:srgbClr val="800000"/>
                </a:solidFill>
                <a:latin typeface="Menlo" panose="020B0609030804020204"/>
                <a:ea typeface="Menlo" panose="020B0609030804020204"/>
              </a:rPr>
              <a:t>&lt;p</a:t>
            </a:r>
            <a:r>
              <a:rPr lang="ru-RU" sz="1600" b="0">
                <a:solidFill>
                  <a:srgbClr val="800000"/>
                </a:solidFill>
                <a:latin typeface="Menlo" panose="020B0609030804020204"/>
                <a:ea typeface="Menlo" panose="020B0609030804020204"/>
              </a:rPr>
              <a:t> </a:t>
            </a:r>
            <a:r>
              <a:rPr sz="1600" b="0">
                <a:solidFill>
                  <a:srgbClr val="E50000"/>
                </a:solidFill>
                <a:latin typeface="Menlo" panose="020B0609030804020204"/>
                <a:ea typeface="Menlo" panose="020B0609030804020204"/>
              </a:rPr>
              <a:t>id</a:t>
            </a:r>
            <a:r>
              <a:rPr sz="1600" b="0">
                <a:solidFill>
                  <a:srgbClr val="3B3B3B"/>
                </a:solidFill>
                <a:latin typeface="Menlo" panose="020B0609030804020204"/>
                <a:ea typeface="Menlo" panose="020B0609030804020204"/>
              </a:rPr>
              <a:t>=</a:t>
            </a:r>
            <a:r>
              <a:rPr sz="1600" b="0">
                <a:solidFill>
                  <a:srgbClr val="0000FF"/>
                </a:solidFill>
                <a:latin typeface="Menlo" panose="020B0609030804020204"/>
                <a:ea typeface="Menlo" panose="020B0609030804020204"/>
              </a:rPr>
              <a:t>"greeting"</a:t>
            </a:r>
            <a:r>
              <a:rPr sz="1600" b="0">
                <a:solidFill>
                  <a:srgbClr val="800000"/>
                </a:solidFill>
                <a:latin typeface="Menlo" panose="020B0609030804020204"/>
                <a:ea typeface="Menlo" panose="020B0609030804020204"/>
              </a:rPr>
              <a:t>&gt;&lt;/p&gt;</a:t>
            </a:r>
            <a:endParaRPr sz="1600" b="0">
              <a:solidFill>
                <a:srgbClr val="800000"/>
              </a:solidFill>
              <a:latin typeface="Menlo" panose="020B0609030804020204"/>
              <a:ea typeface="Menlo" panose="020B0609030804020204"/>
            </a:endParaRPr>
          </a:p>
          <a:p>
            <a:pPr>
              <a:lnSpc>
                <a:spcPts val="1800"/>
              </a:lnSpc>
            </a:pPr>
            <a:r>
              <a:rPr sz="1600" b="0">
                <a:solidFill>
                  <a:srgbClr val="800000"/>
                </a:solidFill>
                <a:latin typeface="Menlo" panose="020B0609030804020204"/>
                <a:ea typeface="Menlo" panose="020B0609030804020204"/>
              </a:rPr>
              <a:t>&lt;script&gt;</a:t>
            </a:r>
            <a:endParaRPr sz="1600" b="0">
              <a:solidFill>
                <a:srgbClr val="800000"/>
              </a:solidFill>
              <a:latin typeface="Menlo" panose="020B0609030804020204"/>
              <a:ea typeface="Menlo" panose="020B0609030804020204"/>
            </a:endParaRPr>
          </a:p>
          <a:p>
            <a:pPr>
              <a:lnSpc>
                <a:spcPts val="1800"/>
              </a:lnSpc>
            </a:pPr>
            <a:r>
              <a:rPr lang="en-US" sz="1600" b="0">
                <a:solidFill>
                  <a:srgbClr val="800000"/>
                </a:solidFill>
                <a:latin typeface="Menlo" panose="020B0609030804020204"/>
                <a:ea typeface="Menlo" panose="020B0609030804020204"/>
              </a:rPr>
              <a:t>...</a:t>
            </a:r>
            <a:endParaRPr lang="en-US" sz="1600" b="0">
              <a:solidFill>
                <a:srgbClr val="800000"/>
              </a:solidFill>
              <a:latin typeface="Menlo" panose="020B0609030804020204"/>
              <a:ea typeface="Menlo" panose="020B0609030804020204"/>
            </a:endParaRPr>
          </a:p>
          <a:p>
            <a:pPr>
              <a:lnSpc>
                <a:spcPts val="1800"/>
              </a:lnSpc>
            </a:pPr>
            <a:r>
              <a:rPr sz="1600" b="0">
                <a:solidFill>
                  <a:srgbClr val="800000"/>
                </a:solidFill>
                <a:latin typeface="Menlo" panose="020B0609030804020204"/>
                <a:ea typeface="Menlo" panose="020B0609030804020204"/>
              </a:rPr>
              <a:t>&lt;/script&gt;</a:t>
            </a:r>
            <a:endParaRPr sz="1600" b="0">
              <a:solidFill>
                <a:srgbClr val="800000"/>
              </a:solidFill>
              <a:latin typeface="Menlo" panose="020B0609030804020204"/>
              <a:ea typeface="Menlo" panose="020B0609030804020204"/>
            </a:endParaRPr>
          </a:p>
          <a:p>
            <a:pPr>
              <a:lnSpc>
                <a:spcPts val="1800"/>
              </a:lnSpc>
            </a:pPr>
            <a:r>
              <a:rPr sz="1600" b="0">
                <a:solidFill>
                  <a:srgbClr val="800000"/>
                </a:solidFill>
                <a:latin typeface="Menlo" panose="020B0609030804020204"/>
                <a:ea typeface="Menlo" panose="020B0609030804020204"/>
              </a:rPr>
              <a:t>&lt;/body&gt;</a:t>
            </a:r>
            <a:endParaRPr sz="1600" b="0">
              <a:solidFill>
                <a:srgbClr val="800000"/>
              </a:solidFill>
              <a:latin typeface="Menlo" panose="020B0609030804020204"/>
              <a:ea typeface="Menlo" panose="020B0609030804020204"/>
            </a:endParaRPr>
          </a:p>
        </p:txBody>
      </p:sp>
      <p:sp>
        <p:nvSpPr>
          <p:cNvPr id="5" name="Text Box 4"/>
          <p:cNvSpPr txBox="1"/>
          <p:nvPr/>
        </p:nvSpPr>
        <p:spPr>
          <a:xfrm>
            <a:off x="701675" y="290830"/>
            <a:ext cx="10309860" cy="147637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/>
              <a:t>HTML-код состоит из поля ввода, кнопки для сохранения имени и абзаца для отображения приветствия.</a:t>
            </a:r>
            <a:endParaRPr lang="en-US"/>
          </a:p>
          <a:p>
            <a:endParaRPr lang="en-US"/>
          </a:p>
          <a:p>
            <a:r>
              <a:rPr lang="en-US"/>
              <a:t>HTML 代码由一个输入框、一个保存名字的按钮和一个显示问候语的段落组成。</a:t>
            </a:r>
            <a:endParaRPr lang="en-US"/>
          </a:p>
          <a:p>
            <a:endParaRPr lang="en-US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9B618960-8005-486C-9A75-10CB2AAC16F9}" type="slidenum">
              <a:rPr lang="en-US" smtClean="0"/>
            </a:fld>
            <a:endParaRPr lang="en-US"/>
          </a:p>
        </p:txBody>
      </p:sp>
      <p:sp>
        <p:nvSpPr>
          <p:cNvPr id="5" name="Text Box 4"/>
          <p:cNvSpPr txBox="1"/>
          <p:nvPr/>
        </p:nvSpPr>
        <p:spPr>
          <a:xfrm>
            <a:off x="273050" y="1693545"/>
            <a:ext cx="6054090" cy="258445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marL="342900" indent="-342900">
              <a:buFont typeface="Arial" panose="020B0704020202020204" pitchFamily="34" charset="0"/>
              <a:buChar char="•"/>
            </a:pPr>
            <a:r>
              <a:rPr lang="en-US"/>
              <a:t>Получаем значение из текстового поля (usernameInput).</a:t>
            </a:r>
            <a:endParaRPr lang="en-US"/>
          </a:p>
          <a:p>
            <a:pPr marL="342900" indent="-342900">
              <a:buFont typeface="Arial" panose="020B0704020202020204" pitchFamily="34" charset="0"/>
              <a:buChar char="•"/>
            </a:pPr>
            <a:r>
              <a:rPr lang="en-US"/>
              <a:t>Если имя введено:</a:t>
            </a:r>
            <a:endParaRPr lang="en-US"/>
          </a:p>
          <a:p>
            <a:pPr marL="800100" lvl="1" indent="-342900">
              <a:buFont typeface="Arial" panose="020B0704020202020204" pitchFamily="34" charset="0"/>
              <a:buChar char="•"/>
            </a:pPr>
            <a:r>
              <a:rPr lang="en-US"/>
              <a:t>Сохраняем его в localStorage (локальное хранилище) с ключом "username".</a:t>
            </a:r>
            <a:endParaRPr lang="en-US"/>
          </a:p>
          <a:p>
            <a:pPr marL="800100" lvl="1" indent="-342900">
              <a:buFont typeface="Arial" panose="020B0704020202020204" pitchFamily="34" charset="0"/>
              <a:buChar char="•"/>
            </a:pPr>
            <a:r>
              <a:rPr lang="en-US"/>
              <a:t>Сохраняем его в sessionStorage (хранилище сеанса) с ключом "username".</a:t>
            </a:r>
            <a:endParaRPr lang="en-US"/>
          </a:p>
          <a:p>
            <a:pPr marL="800100" lvl="1" indent="-342900">
              <a:buFont typeface="Arial" panose="020B0704020202020204" pitchFamily="34" charset="0"/>
              <a:buChar char="•"/>
            </a:pPr>
            <a:r>
              <a:rPr lang="en-US"/>
              <a:t>Обновляем текст в абзаце greeting для отображения имени с приветствием.</a:t>
            </a:r>
            <a:endParaRPr lang="en-US"/>
          </a:p>
        </p:txBody>
      </p:sp>
      <p:sp>
        <p:nvSpPr>
          <p:cNvPr id="6" name="Text Box 5"/>
          <p:cNvSpPr txBox="1"/>
          <p:nvPr/>
        </p:nvSpPr>
        <p:spPr>
          <a:xfrm>
            <a:off x="6327140" y="1693545"/>
            <a:ext cx="5160645" cy="230695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marL="285750" indent="-285750">
              <a:buFont typeface="Arial" panose="020B0704020202020204" pitchFamily="34" charset="0"/>
              <a:buChar char="•"/>
            </a:pPr>
            <a:r>
              <a:rPr lang="en-US"/>
              <a:t>从输入框 (usernameInput) 获取用户输入的值。</a:t>
            </a:r>
            <a:endParaRPr lang="en-US"/>
          </a:p>
          <a:p>
            <a:pPr marL="285750" indent="-285750">
              <a:buFont typeface="Arial" panose="020B0704020202020204" pitchFamily="34" charset="0"/>
              <a:buChar char="•"/>
            </a:pPr>
            <a:r>
              <a:rPr lang="en-US"/>
              <a:t>如果输入了名字：</a:t>
            </a:r>
            <a:endParaRPr lang="en-US"/>
          </a:p>
          <a:p>
            <a:pPr marL="742950" lvl="1" indent="-285750">
              <a:buFont typeface="Arial" panose="020B0704020202020204" pitchFamily="34" charset="0"/>
              <a:buChar char="•"/>
            </a:pPr>
            <a:r>
              <a:rPr lang="en-US"/>
              <a:t>将名字存储在 localStorage（本地存储）中，键为 "username"。</a:t>
            </a:r>
            <a:endParaRPr lang="en-US"/>
          </a:p>
          <a:p>
            <a:pPr marL="742950" lvl="1" indent="-285750">
              <a:buFont typeface="Arial" panose="020B0704020202020204" pitchFamily="34" charset="0"/>
              <a:buChar char="•"/>
            </a:pPr>
            <a:r>
              <a:rPr lang="en-US"/>
              <a:t>将名字存储在 sessionStorage（会话存储）中，键为 "username"。</a:t>
            </a:r>
            <a:endParaRPr lang="en-US"/>
          </a:p>
          <a:p>
            <a:pPr marL="742950" lvl="1" indent="-285750">
              <a:buFont typeface="Arial" panose="020B0704020202020204" pitchFamily="34" charset="0"/>
              <a:buChar char="•"/>
            </a:pPr>
            <a:r>
              <a:rPr lang="en-US"/>
              <a:t>更新段落 greeting 的内容，显示问候语和名字。</a:t>
            </a:r>
            <a:endParaRPr lang="en-US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9B618960-8005-486C-9A75-10CB2AAC16F9}" type="slidenum">
              <a:rPr lang="en-US" smtClean="0"/>
            </a:fld>
            <a:endParaRPr lang="en-US"/>
          </a:p>
        </p:txBody>
      </p:sp>
      <p:sp>
        <p:nvSpPr>
          <p:cNvPr id="3" name="Text Box 2"/>
          <p:cNvSpPr txBox="1"/>
          <p:nvPr/>
        </p:nvSpPr>
        <p:spPr>
          <a:xfrm>
            <a:off x="179070" y="1457325"/>
            <a:ext cx="11395710" cy="4477385"/>
          </a:xfrm>
          <a:prstGeom prst="rect">
            <a:avLst/>
          </a:prstGeom>
        </p:spPr>
        <p:txBody>
          <a:bodyPr wrap="square">
            <a:spAutoFit/>
          </a:bodyPr>
          <a:p>
            <a:pPr>
              <a:lnSpc>
                <a:spcPts val="1800"/>
              </a:lnSpc>
            </a:pPr>
            <a:r>
              <a:rPr sz="1600" b="0">
                <a:solidFill>
                  <a:srgbClr val="800000"/>
                </a:solidFill>
                <a:latin typeface="Menlo" panose="020B0609030804020204"/>
                <a:ea typeface="Menlo" panose="020B0609030804020204"/>
              </a:rPr>
              <a:t>&lt;script&gt;</a:t>
            </a:r>
            <a:endParaRPr sz="1600" b="0">
              <a:solidFill>
                <a:srgbClr val="800000"/>
              </a:solidFill>
              <a:latin typeface="Menlo" panose="020B0609030804020204"/>
              <a:ea typeface="Menlo" panose="020B0609030804020204"/>
            </a:endParaRPr>
          </a:p>
          <a:p>
            <a:pPr>
              <a:lnSpc>
                <a:spcPts val="1800"/>
              </a:lnSpc>
            </a:pPr>
            <a:r>
              <a:rPr sz="1600" b="0">
                <a:solidFill>
                  <a:srgbClr val="0000FF"/>
                </a:solidFill>
                <a:latin typeface="Menlo" panose="020B0609030804020204"/>
                <a:ea typeface="Menlo" panose="020B0609030804020204"/>
              </a:rPr>
              <a:t>function</a:t>
            </a:r>
            <a:r>
              <a:rPr sz="1600" b="0">
                <a:solidFill>
                  <a:srgbClr val="795E26"/>
                </a:solidFill>
                <a:latin typeface="Menlo" panose="020B0609030804020204"/>
                <a:ea typeface="Menlo" panose="020B0609030804020204"/>
              </a:rPr>
              <a:t>saveName</a:t>
            </a:r>
            <a:r>
              <a:rPr sz="1600" b="0">
                <a:solidFill>
                  <a:srgbClr val="000000"/>
                </a:solidFill>
                <a:latin typeface="Menlo" panose="020B0609030804020204"/>
                <a:ea typeface="Menlo" panose="020B0609030804020204"/>
              </a:rPr>
              <a:t>() {</a:t>
            </a:r>
            <a:endParaRPr sz="1600" b="0">
              <a:solidFill>
                <a:srgbClr val="000000"/>
              </a:solidFill>
              <a:latin typeface="Menlo" panose="020B0609030804020204"/>
              <a:ea typeface="Menlo" panose="020B0609030804020204"/>
            </a:endParaRPr>
          </a:p>
          <a:p>
            <a:pPr>
              <a:lnSpc>
                <a:spcPts val="1800"/>
              </a:lnSpc>
            </a:pPr>
            <a:r>
              <a:rPr sz="1600" b="0">
                <a:solidFill>
                  <a:srgbClr val="0000FF"/>
                </a:solidFill>
                <a:latin typeface="Menlo" panose="020B0609030804020204"/>
                <a:ea typeface="Menlo" panose="020B0609030804020204"/>
              </a:rPr>
              <a:t>const</a:t>
            </a:r>
            <a:r>
              <a:rPr lang="en-US" sz="1600" b="0">
                <a:solidFill>
                  <a:srgbClr val="0000FF"/>
                </a:solidFill>
                <a:latin typeface="Menlo" panose="020B0609030804020204"/>
                <a:ea typeface="Menlo" panose="020B0609030804020204"/>
              </a:rPr>
              <a:t> </a:t>
            </a:r>
            <a:r>
              <a:rPr sz="1600" b="0">
                <a:solidFill>
                  <a:srgbClr val="0070C1"/>
                </a:solidFill>
                <a:latin typeface="Menlo" panose="020B0609030804020204"/>
                <a:ea typeface="Menlo" panose="020B0609030804020204"/>
              </a:rPr>
              <a:t>username</a:t>
            </a:r>
            <a:r>
              <a:rPr sz="1600" b="0">
                <a:solidFill>
                  <a:srgbClr val="000000"/>
                </a:solidFill>
                <a:latin typeface="Menlo" panose="020B0609030804020204"/>
                <a:ea typeface="Menlo" panose="020B0609030804020204"/>
              </a:rPr>
              <a:t> = </a:t>
            </a:r>
            <a:r>
              <a:rPr sz="1600" b="0">
                <a:solidFill>
                  <a:srgbClr val="001080"/>
                </a:solidFill>
                <a:latin typeface="Menlo" panose="020B0609030804020204"/>
                <a:ea typeface="Menlo" panose="020B0609030804020204"/>
              </a:rPr>
              <a:t>document</a:t>
            </a:r>
            <a:r>
              <a:rPr sz="1600" b="0">
                <a:solidFill>
                  <a:srgbClr val="000000"/>
                </a:solidFill>
                <a:latin typeface="Menlo" panose="020B0609030804020204"/>
                <a:ea typeface="Menlo" panose="020B0609030804020204"/>
              </a:rPr>
              <a:t>.</a:t>
            </a:r>
            <a:r>
              <a:rPr sz="1600" b="0">
                <a:solidFill>
                  <a:srgbClr val="795E26"/>
                </a:solidFill>
                <a:latin typeface="Menlo" panose="020B0609030804020204"/>
                <a:ea typeface="Menlo" panose="020B0609030804020204"/>
              </a:rPr>
              <a:t>getElementById</a:t>
            </a:r>
            <a:r>
              <a:rPr sz="1600" b="0">
                <a:solidFill>
                  <a:srgbClr val="000000"/>
                </a:solidFill>
                <a:latin typeface="Menlo" panose="020B0609030804020204"/>
                <a:ea typeface="Menlo" panose="020B0609030804020204"/>
              </a:rPr>
              <a:t>(</a:t>
            </a:r>
            <a:r>
              <a:rPr sz="1600" b="0">
                <a:solidFill>
                  <a:srgbClr val="A31515"/>
                </a:solidFill>
                <a:latin typeface="Menlo" panose="020B0609030804020204"/>
                <a:ea typeface="Menlo" panose="020B0609030804020204"/>
              </a:rPr>
              <a:t>"usernameInput"</a:t>
            </a:r>
            <a:r>
              <a:rPr sz="1600" b="0">
                <a:solidFill>
                  <a:srgbClr val="000000"/>
                </a:solidFill>
                <a:latin typeface="Menlo" panose="020B0609030804020204"/>
                <a:ea typeface="Menlo" panose="020B0609030804020204"/>
              </a:rPr>
              <a:t>).</a:t>
            </a:r>
            <a:r>
              <a:rPr sz="1600" b="0">
                <a:solidFill>
                  <a:srgbClr val="001080"/>
                </a:solidFill>
                <a:latin typeface="Menlo" panose="020B0609030804020204"/>
                <a:ea typeface="Menlo" panose="020B0609030804020204"/>
              </a:rPr>
              <a:t>value</a:t>
            </a:r>
            <a:r>
              <a:rPr sz="1600" b="0">
                <a:solidFill>
                  <a:srgbClr val="000000"/>
                </a:solidFill>
                <a:latin typeface="Menlo" panose="020B0609030804020204"/>
                <a:ea typeface="Menlo" panose="020B0609030804020204"/>
              </a:rPr>
              <a:t>;</a:t>
            </a:r>
            <a:endParaRPr sz="1600" b="0">
              <a:solidFill>
                <a:srgbClr val="000000"/>
              </a:solidFill>
              <a:latin typeface="Menlo" panose="020B0609030804020204"/>
              <a:ea typeface="Menlo" panose="020B0609030804020204"/>
            </a:endParaRPr>
          </a:p>
          <a:p>
            <a:pPr>
              <a:lnSpc>
                <a:spcPts val="1800"/>
              </a:lnSpc>
            </a:pPr>
            <a:endParaRPr sz="1600" b="0">
              <a:solidFill>
                <a:srgbClr val="000000"/>
              </a:solidFill>
              <a:latin typeface="Menlo" panose="020B0609030804020204"/>
              <a:ea typeface="Menlo" panose="020B0609030804020204"/>
            </a:endParaRPr>
          </a:p>
          <a:p>
            <a:pPr>
              <a:lnSpc>
                <a:spcPts val="1800"/>
              </a:lnSpc>
            </a:pPr>
            <a:r>
              <a:rPr sz="1600" b="0">
                <a:solidFill>
                  <a:srgbClr val="AF00DB"/>
                </a:solidFill>
                <a:latin typeface="Menlo" panose="020B0609030804020204"/>
                <a:ea typeface="Menlo" panose="020B0609030804020204"/>
              </a:rPr>
              <a:t>if</a:t>
            </a:r>
            <a:r>
              <a:rPr sz="1600" b="0">
                <a:solidFill>
                  <a:srgbClr val="000000"/>
                </a:solidFill>
                <a:latin typeface="Menlo" panose="020B0609030804020204"/>
                <a:ea typeface="Menlo" panose="020B0609030804020204"/>
              </a:rPr>
              <a:t> (</a:t>
            </a:r>
            <a:r>
              <a:rPr sz="1600" b="0">
                <a:solidFill>
                  <a:srgbClr val="0070C1"/>
                </a:solidFill>
                <a:latin typeface="Menlo" panose="020B0609030804020204"/>
                <a:ea typeface="Menlo" panose="020B0609030804020204"/>
              </a:rPr>
              <a:t>username</a:t>
            </a:r>
            <a:r>
              <a:rPr sz="1600" b="0">
                <a:solidFill>
                  <a:srgbClr val="000000"/>
                </a:solidFill>
                <a:latin typeface="Menlo" panose="020B0609030804020204"/>
                <a:ea typeface="Menlo" panose="020B0609030804020204"/>
              </a:rPr>
              <a:t>) {</a:t>
            </a:r>
            <a:endParaRPr sz="1600" b="0">
              <a:solidFill>
                <a:srgbClr val="000000"/>
              </a:solidFill>
              <a:latin typeface="Menlo" panose="020B0609030804020204"/>
              <a:ea typeface="Menlo" panose="020B0609030804020204"/>
            </a:endParaRPr>
          </a:p>
          <a:p>
            <a:pPr lvl="1">
              <a:lnSpc>
                <a:spcPts val="1800"/>
              </a:lnSpc>
            </a:pPr>
            <a:r>
              <a:rPr sz="1600" b="0">
                <a:solidFill>
                  <a:srgbClr val="008000"/>
                </a:solidFill>
                <a:latin typeface="Menlo" panose="020B0609030804020204"/>
                <a:ea typeface="Menlo" panose="020B0609030804020204"/>
              </a:rPr>
              <a:t>// Сохраняем имя в localStorage</a:t>
            </a:r>
            <a:endParaRPr sz="1600" b="0">
              <a:solidFill>
                <a:srgbClr val="008000"/>
              </a:solidFill>
              <a:latin typeface="Menlo" panose="020B0609030804020204"/>
              <a:ea typeface="Menlo" panose="020B0609030804020204"/>
            </a:endParaRPr>
          </a:p>
          <a:p>
            <a:pPr lvl="1">
              <a:lnSpc>
                <a:spcPts val="1800"/>
              </a:lnSpc>
            </a:pPr>
            <a:r>
              <a:rPr sz="1600" b="0">
                <a:solidFill>
                  <a:srgbClr val="001080"/>
                </a:solidFill>
                <a:latin typeface="Menlo" panose="020B0609030804020204"/>
                <a:ea typeface="Menlo" panose="020B0609030804020204"/>
              </a:rPr>
              <a:t>localStorage</a:t>
            </a:r>
            <a:r>
              <a:rPr sz="1600" b="0">
                <a:solidFill>
                  <a:srgbClr val="000000"/>
                </a:solidFill>
                <a:latin typeface="Menlo" panose="020B0609030804020204"/>
                <a:ea typeface="Menlo" panose="020B0609030804020204"/>
              </a:rPr>
              <a:t>.</a:t>
            </a:r>
            <a:r>
              <a:rPr sz="1600" b="0">
                <a:solidFill>
                  <a:srgbClr val="795E26"/>
                </a:solidFill>
                <a:latin typeface="Menlo" panose="020B0609030804020204"/>
                <a:ea typeface="Menlo" panose="020B0609030804020204"/>
              </a:rPr>
              <a:t>setItem</a:t>
            </a:r>
            <a:r>
              <a:rPr sz="1600" b="0">
                <a:solidFill>
                  <a:srgbClr val="000000"/>
                </a:solidFill>
                <a:latin typeface="Menlo" panose="020B0609030804020204"/>
                <a:ea typeface="Menlo" panose="020B0609030804020204"/>
              </a:rPr>
              <a:t>(</a:t>
            </a:r>
            <a:r>
              <a:rPr sz="1600" b="0">
                <a:solidFill>
                  <a:srgbClr val="A31515"/>
                </a:solidFill>
                <a:latin typeface="Menlo" panose="020B0609030804020204"/>
                <a:ea typeface="Menlo" panose="020B0609030804020204"/>
              </a:rPr>
              <a:t>"username"</a:t>
            </a:r>
            <a:r>
              <a:rPr sz="1600" b="0">
                <a:solidFill>
                  <a:srgbClr val="000000"/>
                </a:solidFill>
                <a:latin typeface="Menlo" panose="020B0609030804020204"/>
                <a:ea typeface="Menlo" panose="020B0609030804020204"/>
              </a:rPr>
              <a:t>, </a:t>
            </a:r>
            <a:r>
              <a:rPr sz="1600" b="0">
                <a:solidFill>
                  <a:srgbClr val="0070C1"/>
                </a:solidFill>
                <a:latin typeface="Menlo" panose="020B0609030804020204"/>
                <a:ea typeface="Menlo" panose="020B0609030804020204"/>
              </a:rPr>
              <a:t>username</a:t>
            </a:r>
            <a:r>
              <a:rPr sz="1600" b="0">
                <a:solidFill>
                  <a:srgbClr val="000000"/>
                </a:solidFill>
                <a:latin typeface="Menlo" panose="020B0609030804020204"/>
                <a:ea typeface="Menlo" panose="020B0609030804020204"/>
              </a:rPr>
              <a:t>);</a:t>
            </a:r>
            <a:endParaRPr sz="1600" b="0">
              <a:solidFill>
                <a:srgbClr val="000000"/>
              </a:solidFill>
              <a:latin typeface="Menlo" panose="020B0609030804020204"/>
              <a:ea typeface="Menlo" panose="020B0609030804020204"/>
            </a:endParaRPr>
          </a:p>
          <a:p>
            <a:pPr lvl="1">
              <a:lnSpc>
                <a:spcPts val="1800"/>
              </a:lnSpc>
            </a:pPr>
            <a:endParaRPr sz="1600" b="0">
              <a:solidFill>
                <a:srgbClr val="000000"/>
              </a:solidFill>
              <a:latin typeface="Menlo" panose="020B0609030804020204"/>
              <a:ea typeface="Menlo" panose="020B0609030804020204"/>
            </a:endParaRPr>
          </a:p>
          <a:p>
            <a:pPr lvl="1">
              <a:lnSpc>
                <a:spcPts val="1800"/>
              </a:lnSpc>
            </a:pPr>
            <a:r>
              <a:rPr sz="1600" b="0">
                <a:solidFill>
                  <a:srgbClr val="008000"/>
                </a:solidFill>
                <a:latin typeface="Menlo" panose="020B0609030804020204"/>
                <a:ea typeface="Menlo" panose="020B0609030804020204"/>
              </a:rPr>
              <a:t>// Сохраняем имя в sessionStorage</a:t>
            </a:r>
            <a:endParaRPr sz="1600" b="0">
              <a:solidFill>
                <a:srgbClr val="008000"/>
              </a:solidFill>
              <a:latin typeface="Menlo" panose="020B0609030804020204"/>
              <a:ea typeface="Menlo" panose="020B0609030804020204"/>
            </a:endParaRPr>
          </a:p>
          <a:p>
            <a:pPr lvl="1">
              <a:lnSpc>
                <a:spcPts val="1800"/>
              </a:lnSpc>
            </a:pPr>
            <a:r>
              <a:rPr sz="1600" b="0">
                <a:solidFill>
                  <a:srgbClr val="001080"/>
                </a:solidFill>
                <a:latin typeface="Menlo" panose="020B0609030804020204"/>
                <a:ea typeface="Menlo" panose="020B0609030804020204"/>
              </a:rPr>
              <a:t>sessionStorage</a:t>
            </a:r>
            <a:r>
              <a:rPr sz="1600" b="0">
                <a:solidFill>
                  <a:srgbClr val="000000"/>
                </a:solidFill>
                <a:latin typeface="Menlo" panose="020B0609030804020204"/>
                <a:ea typeface="Menlo" panose="020B0609030804020204"/>
              </a:rPr>
              <a:t>.</a:t>
            </a:r>
            <a:r>
              <a:rPr sz="1600" b="0">
                <a:solidFill>
                  <a:srgbClr val="795E26"/>
                </a:solidFill>
                <a:latin typeface="Menlo" panose="020B0609030804020204"/>
                <a:ea typeface="Menlo" panose="020B0609030804020204"/>
              </a:rPr>
              <a:t>setItem</a:t>
            </a:r>
            <a:r>
              <a:rPr sz="1600" b="0">
                <a:solidFill>
                  <a:srgbClr val="000000"/>
                </a:solidFill>
                <a:latin typeface="Menlo" panose="020B0609030804020204"/>
                <a:ea typeface="Menlo" panose="020B0609030804020204"/>
              </a:rPr>
              <a:t>(</a:t>
            </a:r>
            <a:r>
              <a:rPr sz="1600" b="0">
                <a:solidFill>
                  <a:srgbClr val="A31515"/>
                </a:solidFill>
                <a:latin typeface="Menlo" panose="020B0609030804020204"/>
                <a:ea typeface="Menlo" panose="020B0609030804020204"/>
              </a:rPr>
              <a:t>"username"</a:t>
            </a:r>
            <a:r>
              <a:rPr sz="1600" b="0">
                <a:solidFill>
                  <a:srgbClr val="000000"/>
                </a:solidFill>
                <a:latin typeface="Menlo" panose="020B0609030804020204"/>
                <a:ea typeface="Menlo" panose="020B0609030804020204"/>
              </a:rPr>
              <a:t>, </a:t>
            </a:r>
            <a:r>
              <a:rPr sz="1600" b="0">
                <a:solidFill>
                  <a:srgbClr val="0070C1"/>
                </a:solidFill>
                <a:latin typeface="Menlo" panose="020B0609030804020204"/>
                <a:ea typeface="Menlo" panose="020B0609030804020204"/>
              </a:rPr>
              <a:t>username</a:t>
            </a:r>
            <a:r>
              <a:rPr sz="1600" b="0">
                <a:solidFill>
                  <a:srgbClr val="000000"/>
                </a:solidFill>
                <a:latin typeface="Menlo" panose="020B0609030804020204"/>
                <a:ea typeface="Menlo" panose="020B0609030804020204"/>
              </a:rPr>
              <a:t>);</a:t>
            </a:r>
            <a:endParaRPr sz="1600" b="0">
              <a:solidFill>
                <a:srgbClr val="000000"/>
              </a:solidFill>
              <a:latin typeface="Menlo" panose="020B0609030804020204"/>
              <a:ea typeface="Menlo" panose="020B0609030804020204"/>
            </a:endParaRPr>
          </a:p>
          <a:p>
            <a:pPr lvl="1">
              <a:lnSpc>
                <a:spcPts val="1800"/>
              </a:lnSpc>
            </a:pPr>
            <a:endParaRPr sz="1600" b="0">
              <a:solidFill>
                <a:srgbClr val="000000"/>
              </a:solidFill>
              <a:latin typeface="Menlo" panose="020B0609030804020204"/>
              <a:ea typeface="Menlo" panose="020B0609030804020204"/>
            </a:endParaRPr>
          </a:p>
          <a:p>
            <a:pPr lvl="1">
              <a:lnSpc>
                <a:spcPts val="1800"/>
              </a:lnSpc>
            </a:pPr>
            <a:r>
              <a:rPr sz="1600" b="0">
                <a:solidFill>
                  <a:srgbClr val="008000"/>
                </a:solidFill>
                <a:latin typeface="Menlo" panose="020B0609030804020204"/>
                <a:ea typeface="Menlo" panose="020B0609030804020204"/>
              </a:rPr>
              <a:t>// Показываем приветствие</a:t>
            </a:r>
            <a:endParaRPr sz="1600" b="0">
              <a:solidFill>
                <a:srgbClr val="008000"/>
              </a:solidFill>
              <a:latin typeface="Menlo" panose="020B0609030804020204"/>
              <a:ea typeface="Menlo" panose="020B0609030804020204"/>
            </a:endParaRPr>
          </a:p>
          <a:p>
            <a:pPr lvl="1">
              <a:lnSpc>
                <a:spcPts val="1800"/>
              </a:lnSpc>
            </a:pPr>
            <a:r>
              <a:rPr sz="1600" b="0">
                <a:solidFill>
                  <a:srgbClr val="001080"/>
                </a:solidFill>
                <a:latin typeface="Menlo" panose="020B0609030804020204"/>
                <a:ea typeface="Menlo" panose="020B0609030804020204"/>
              </a:rPr>
              <a:t>document</a:t>
            </a:r>
            <a:r>
              <a:rPr sz="1600" b="0">
                <a:solidFill>
                  <a:srgbClr val="000000"/>
                </a:solidFill>
                <a:latin typeface="Menlo" panose="020B0609030804020204"/>
                <a:ea typeface="Menlo" panose="020B0609030804020204"/>
              </a:rPr>
              <a:t>.</a:t>
            </a:r>
            <a:r>
              <a:rPr sz="1600" b="0">
                <a:solidFill>
                  <a:srgbClr val="795E26"/>
                </a:solidFill>
                <a:latin typeface="Menlo" panose="020B0609030804020204"/>
                <a:ea typeface="Menlo" panose="020B0609030804020204"/>
              </a:rPr>
              <a:t>getElementById</a:t>
            </a:r>
            <a:r>
              <a:rPr sz="1600" b="0">
                <a:solidFill>
                  <a:srgbClr val="000000"/>
                </a:solidFill>
                <a:latin typeface="Menlo" panose="020B0609030804020204"/>
                <a:ea typeface="Menlo" panose="020B0609030804020204"/>
              </a:rPr>
              <a:t>(</a:t>
            </a:r>
            <a:r>
              <a:rPr sz="1600" b="0">
                <a:solidFill>
                  <a:srgbClr val="A31515"/>
                </a:solidFill>
                <a:latin typeface="Menlo" panose="020B0609030804020204"/>
                <a:ea typeface="Menlo" panose="020B0609030804020204"/>
              </a:rPr>
              <a:t>"greeting"</a:t>
            </a:r>
            <a:r>
              <a:rPr sz="1600" b="0">
                <a:solidFill>
                  <a:srgbClr val="000000"/>
                </a:solidFill>
                <a:latin typeface="Menlo" panose="020B0609030804020204"/>
                <a:ea typeface="Menlo" panose="020B0609030804020204"/>
              </a:rPr>
              <a:t>).</a:t>
            </a:r>
            <a:r>
              <a:rPr sz="1600" b="0">
                <a:solidFill>
                  <a:srgbClr val="001080"/>
                </a:solidFill>
                <a:latin typeface="Menlo" panose="020B0609030804020204"/>
                <a:ea typeface="Menlo" panose="020B0609030804020204"/>
              </a:rPr>
              <a:t>innerText</a:t>
            </a:r>
            <a:r>
              <a:rPr sz="1600" b="0">
                <a:solidFill>
                  <a:srgbClr val="000000"/>
                </a:solidFill>
                <a:latin typeface="Menlo" panose="020B0609030804020204"/>
                <a:ea typeface="Menlo" panose="020B0609030804020204"/>
              </a:rPr>
              <a:t> = </a:t>
            </a:r>
            <a:r>
              <a:rPr sz="1600" b="0">
                <a:solidFill>
                  <a:srgbClr val="A31515"/>
                </a:solidFill>
                <a:latin typeface="Menlo" panose="020B0609030804020204"/>
                <a:ea typeface="Menlo" panose="020B0609030804020204"/>
              </a:rPr>
              <a:t>`Привет, </a:t>
            </a:r>
            <a:r>
              <a:rPr sz="1600" b="0">
                <a:solidFill>
                  <a:srgbClr val="0000FF"/>
                </a:solidFill>
                <a:latin typeface="Menlo" panose="020B0609030804020204"/>
                <a:ea typeface="Menlo" panose="020B0609030804020204"/>
              </a:rPr>
              <a:t>${</a:t>
            </a:r>
            <a:r>
              <a:rPr sz="1600" b="0">
                <a:solidFill>
                  <a:srgbClr val="0070C1"/>
                </a:solidFill>
                <a:latin typeface="Menlo" panose="020B0609030804020204"/>
                <a:ea typeface="Menlo" panose="020B0609030804020204"/>
              </a:rPr>
              <a:t>username</a:t>
            </a:r>
            <a:r>
              <a:rPr sz="1600" b="0">
                <a:solidFill>
                  <a:srgbClr val="0000FF"/>
                </a:solidFill>
                <a:latin typeface="Menlo" panose="020B0609030804020204"/>
                <a:ea typeface="Menlo" panose="020B0609030804020204"/>
              </a:rPr>
              <a:t>}</a:t>
            </a:r>
            <a:r>
              <a:rPr sz="1600" b="0">
                <a:solidFill>
                  <a:srgbClr val="A31515"/>
                </a:solidFill>
                <a:latin typeface="Menlo" panose="020B0609030804020204"/>
                <a:ea typeface="Menlo" panose="020B0609030804020204"/>
              </a:rPr>
              <a:t>!`</a:t>
            </a:r>
            <a:r>
              <a:rPr sz="1600" b="0">
                <a:solidFill>
                  <a:srgbClr val="000000"/>
                </a:solidFill>
                <a:latin typeface="Menlo" panose="020B0609030804020204"/>
                <a:ea typeface="Menlo" panose="020B0609030804020204"/>
              </a:rPr>
              <a:t>;</a:t>
            </a:r>
            <a:endParaRPr sz="1600" b="0">
              <a:solidFill>
                <a:srgbClr val="000000"/>
              </a:solidFill>
              <a:latin typeface="Menlo" panose="020B0609030804020204"/>
              <a:ea typeface="Menlo" panose="020B0609030804020204"/>
            </a:endParaRPr>
          </a:p>
          <a:p>
            <a:pPr>
              <a:lnSpc>
                <a:spcPts val="1800"/>
              </a:lnSpc>
            </a:pPr>
            <a:r>
              <a:rPr sz="1600" b="0">
                <a:solidFill>
                  <a:srgbClr val="000000"/>
                </a:solidFill>
                <a:latin typeface="Menlo" panose="020B0609030804020204"/>
                <a:ea typeface="Menlo" panose="020B0609030804020204"/>
              </a:rPr>
              <a:t> }</a:t>
            </a:r>
            <a:endParaRPr sz="1600" b="0">
              <a:solidFill>
                <a:srgbClr val="000000"/>
              </a:solidFill>
              <a:latin typeface="Menlo" panose="020B0609030804020204"/>
              <a:ea typeface="Menlo" panose="020B0609030804020204"/>
            </a:endParaRPr>
          </a:p>
          <a:p>
            <a:pPr>
              <a:lnSpc>
                <a:spcPts val="1800"/>
              </a:lnSpc>
            </a:pPr>
            <a:r>
              <a:rPr sz="1600" b="0">
                <a:solidFill>
                  <a:srgbClr val="000000"/>
                </a:solidFill>
                <a:latin typeface="Menlo" panose="020B0609030804020204"/>
                <a:ea typeface="Menlo" panose="020B0609030804020204"/>
              </a:rPr>
              <a:t>}</a:t>
            </a:r>
            <a:endParaRPr sz="1600" b="0">
              <a:solidFill>
                <a:srgbClr val="000000"/>
              </a:solidFill>
              <a:latin typeface="Menlo" panose="020B0609030804020204"/>
              <a:ea typeface="Menlo" panose="020B0609030804020204"/>
            </a:endParaRPr>
          </a:p>
          <a:p>
            <a:pPr>
              <a:lnSpc>
                <a:spcPts val="1800"/>
              </a:lnSpc>
            </a:pPr>
            <a:endParaRPr lang="en-US" sz="1600" b="0">
              <a:solidFill>
                <a:srgbClr val="000000"/>
              </a:solidFill>
              <a:latin typeface="Menlo" panose="020B0609030804020204"/>
              <a:ea typeface="Menlo" panose="020B0609030804020204"/>
            </a:endParaRPr>
          </a:p>
          <a:p>
            <a:pPr>
              <a:lnSpc>
                <a:spcPts val="1800"/>
              </a:lnSpc>
            </a:pPr>
            <a:r>
              <a:rPr lang="en-US" sz="1600" b="0">
                <a:solidFill>
                  <a:srgbClr val="000000"/>
                </a:solidFill>
                <a:latin typeface="Menlo" panose="020B0609030804020204"/>
                <a:ea typeface="Menlo" panose="020B0609030804020204"/>
              </a:rPr>
              <a:t>...</a:t>
            </a:r>
            <a:endParaRPr lang="en-US" sz="1600" b="0">
              <a:solidFill>
                <a:srgbClr val="000000"/>
              </a:solidFill>
              <a:latin typeface="Menlo" panose="020B0609030804020204"/>
              <a:ea typeface="Menlo" panose="020B0609030804020204"/>
            </a:endParaRPr>
          </a:p>
          <a:p>
            <a:pPr>
              <a:lnSpc>
                <a:spcPts val="1800"/>
              </a:lnSpc>
            </a:pPr>
            <a:endParaRPr sz="1600" b="0">
              <a:solidFill>
                <a:srgbClr val="000000"/>
              </a:solidFill>
              <a:latin typeface="Menlo" panose="020B0609030804020204"/>
              <a:ea typeface="Menlo" panose="020B0609030804020204"/>
            </a:endParaRPr>
          </a:p>
          <a:p>
            <a:pPr>
              <a:lnSpc>
                <a:spcPts val="1800"/>
              </a:lnSpc>
            </a:pPr>
            <a:r>
              <a:rPr sz="1600" b="0">
                <a:solidFill>
                  <a:srgbClr val="800000"/>
                </a:solidFill>
                <a:latin typeface="Menlo" panose="020B0609030804020204"/>
                <a:ea typeface="Menlo" panose="020B0609030804020204"/>
              </a:rPr>
              <a:t>&lt;/script&gt;</a:t>
            </a:r>
            <a:endParaRPr sz="1600" b="0">
              <a:solidFill>
                <a:srgbClr val="800000"/>
              </a:solidFill>
              <a:latin typeface="Menlo" panose="020B0609030804020204"/>
              <a:ea typeface="Menlo" panose="020B0609030804020204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9B618960-8005-486C-9A75-10CB2AAC16F9}" type="slidenum">
              <a:rPr lang="en-US" smtClean="0"/>
            </a:fld>
            <a:endParaRPr lang="en-US"/>
          </a:p>
        </p:txBody>
      </p:sp>
      <p:sp>
        <p:nvSpPr>
          <p:cNvPr id="5" name="Text Box 4"/>
          <p:cNvSpPr txBox="1"/>
          <p:nvPr/>
        </p:nvSpPr>
        <p:spPr>
          <a:xfrm>
            <a:off x="476885" y="1028700"/>
            <a:ext cx="5207000" cy="39693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marL="285750" indent="-285750">
              <a:buFont typeface="Arial" panose="020B0704020202020204" pitchFamily="34" charset="0"/>
              <a:buChar char="•"/>
            </a:pPr>
            <a:r>
              <a:rPr lang="en-US"/>
              <a:t>Проверяем, есть ли данные в sessionStorage:</a:t>
            </a:r>
            <a:endParaRPr lang="en-US"/>
          </a:p>
          <a:p>
            <a:pPr marL="742950" lvl="1" indent="-285750">
              <a:buFont typeface="Arial" panose="020B0704020202020204" pitchFamily="34" charset="0"/>
              <a:buChar char="•"/>
            </a:pPr>
            <a:r>
              <a:rPr lang="en-US"/>
              <a:t>Если данные найдены, берём имя из sessionStorage и обновляем приветствие с указанием, что данные из хранилища сеанса.</a:t>
            </a:r>
            <a:endParaRPr lang="en-US"/>
          </a:p>
          <a:p>
            <a:pPr marL="285750" indent="-285750">
              <a:buFont typeface="Arial" panose="020B0704020202020204" pitchFamily="34" charset="0"/>
              <a:buChar char="•"/>
            </a:pPr>
            <a:r>
              <a:rPr lang="en-US"/>
              <a:t>Если в sessionStorage данных нет, проверяем localStorage:</a:t>
            </a:r>
            <a:endParaRPr lang="en-US"/>
          </a:p>
          <a:p>
            <a:pPr marL="742950" lvl="1" indent="-285750">
              <a:buFont typeface="Arial" panose="020B0704020202020204" pitchFamily="34" charset="0"/>
              <a:buChar char="•"/>
            </a:pPr>
            <a:r>
              <a:rPr lang="en-US"/>
              <a:t>Если данные найдены, берём имя из localStorage и обновляем приветствие с указанием, что данные из локального хранилища.</a:t>
            </a:r>
            <a:endParaRPr lang="en-US"/>
          </a:p>
          <a:p>
            <a:pPr marL="285750" indent="-285750">
              <a:buFont typeface="Arial" panose="020B0704020202020204" pitchFamily="34" charset="0"/>
              <a:buChar char="•"/>
            </a:pPr>
            <a:r>
              <a:rPr lang="en-US"/>
              <a:t>Если оба хранилища пусты, выводим сообщение "Имя не установлено."</a:t>
            </a:r>
            <a:endParaRPr lang="en-US"/>
          </a:p>
        </p:txBody>
      </p:sp>
      <p:sp>
        <p:nvSpPr>
          <p:cNvPr id="6" name="Text Box 5"/>
          <p:cNvSpPr txBox="1"/>
          <p:nvPr/>
        </p:nvSpPr>
        <p:spPr>
          <a:xfrm>
            <a:off x="5864225" y="1028700"/>
            <a:ext cx="5908040" cy="230695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marL="285750" indent="-285750">
              <a:buFont typeface="Arial" panose="020B0704020202020204" pitchFamily="34" charset="0"/>
              <a:buChar char="•"/>
            </a:pPr>
            <a:r>
              <a:rPr lang="en-US"/>
              <a:t>检查 sessionStorage 中是否有数据：</a:t>
            </a:r>
            <a:endParaRPr lang="en-US"/>
          </a:p>
          <a:p>
            <a:pPr marL="742950" lvl="1" indent="-285750">
              <a:buFont typeface="Arial" panose="020B0704020202020204" pitchFamily="34" charset="0"/>
              <a:buChar char="•"/>
            </a:pPr>
            <a:r>
              <a:rPr lang="en-US"/>
              <a:t>如果找到了数据，则从 sessionStorage 获取名字，并更新问候语，显示来自会话存储的提示。</a:t>
            </a:r>
            <a:endParaRPr lang="en-US"/>
          </a:p>
          <a:p>
            <a:pPr marL="285750" indent="-285750">
              <a:buFont typeface="Arial" panose="020B0704020202020204" pitchFamily="34" charset="0"/>
              <a:buChar char="•"/>
            </a:pPr>
            <a:r>
              <a:rPr lang="en-US"/>
              <a:t>如果 sessionStorage 中没有数据，则检查 localStorage：</a:t>
            </a:r>
            <a:endParaRPr lang="en-US"/>
          </a:p>
          <a:p>
            <a:pPr marL="742950" lvl="1" indent="-285750">
              <a:buFont typeface="Arial" panose="020B0704020202020204" pitchFamily="34" charset="0"/>
              <a:buChar char="•"/>
            </a:pPr>
            <a:r>
              <a:rPr lang="en-US"/>
              <a:t>如果找到了数据，则从 localStorage 获取名字，并更新问候语，显示来自本地存储的提示。</a:t>
            </a:r>
            <a:endParaRPr lang="en-US"/>
          </a:p>
          <a:p>
            <a:pPr marL="285750" indent="-285750">
              <a:buFont typeface="Arial" panose="020B0704020202020204" pitchFamily="34" charset="0"/>
              <a:buChar char="•"/>
            </a:pPr>
            <a:r>
              <a:rPr lang="en-US"/>
              <a:t>如果两个存储中都没有数据，则显示“名字未设置”。</a:t>
            </a:r>
            <a:endParaRPr lang="en-US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9B618960-8005-486C-9A75-10CB2AAC16F9}" type="slidenum">
              <a:rPr lang="en-US" smtClean="0"/>
            </a:fld>
            <a:endParaRPr lang="en-US"/>
          </a:p>
        </p:txBody>
      </p:sp>
      <p:sp>
        <p:nvSpPr>
          <p:cNvPr id="3" name="Text Box 2"/>
          <p:cNvSpPr txBox="1"/>
          <p:nvPr/>
        </p:nvSpPr>
        <p:spPr>
          <a:xfrm>
            <a:off x="622300" y="1273810"/>
            <a:ext cx="10948035" cy="4477385"/>
          </a:xfrm>
          <a:prstGeom prst="rect">
            <a:avLst/>
          </a:prstGeom>
        </p:spPr>
        <p:txBody>
          <a:bodyPr wrap="square">
            <a:spAutoFit/>
          </a:bodyPr>
          <a:p>
            <a:pPr>
              <a:lnSpc>
                <a:spcPts val="1800"/>
              </a:lnSpc>
            </a:pPr>
            <a:r>
              <a:rPr sz="1600" b="0">
                <a:solidFill>
                  <a:srgbClr val="800000"/>
                </a:solidFill>
                <a:latin typeface="Menlo" panose="020B0609030804020204"/>
                <a:ea typeface="Menlo" panose="020B0609030804020204"/>
              </a:rPr>
              <a:t>&lt;script&gt;</a:t>
            </a:r>
            <a:endParaRPr sz="1600" b="0">
              <a:solidFill>
                <a:srgbClr val="800000"/>
              </a:solidFill>
              <a:latin typeface="Menlo" panose="020B0609030804020204"/>
              <a:ea typeface="Menlo" panose="020B0609030804020204"/>
            </a:endParaRPr>
          </a:p>
          <a:p>
            <a:pPr>
              <a:lnSpc>
                <a:spcPts val="1800"/>
              </a:lnSpc>
            </a:pPr>
            <a:r>
              <a:rPr lang="en-US" sz="1600" b="0">
                <a:solidFill>
                  <a:srgbClr val="800000"/>
                </a:solidFill>
                <a:latin typeface="Menlo" panose="020B0609030804020204"/>
                <a:ea typeface="Menlo" panose="020B0609030804020204"/>
              </a:rPr>
              <a:t>...</a:t>
            </a:r>
            <a:endParaRPr sz="1600" b="0">
              <a:solidFill>
                <a:srgbClr val="800000"/>
              </a:solidFill>
              <a:latin typeface="Menlo" panose="020B0609030804020204"/>
              <a:ea typeface="Menlo" panose="020B0609030804020204"/>
            </a:endParaRPr>
          </a:p>
          <a:p>
            <a:pPr>
              <a:lnSpc>
                <a:spcPts val="1800"/>
              </a:lnSpc>
            </a:pPr>
            <a:r>
              <a:rPr sz="1600" b="0">
                <a:solidFill>
                  <a:srgbClr val="008000"/>
                </a:solidFill>
                <a:latin typeface="Menlo" panose="020B0609030804020204"/>
                <a:ea typeface="Menlo" panose="020B0609030804020204"/>
              </a:rPr>
              <a:t>// Загружаем имя из localStorage при загрузке страницы</a:t>
            </a:r>
            <a:endParaRPr sz="1600" b="0">
              <a:solidFill>
                <a:srgbClr val="008000"/>
              </a:solidFill>
              <a:latin typeface="Menlo" panose="020B0609030804020204"/>
              <a:ea typeface="Menlo" panose="020B0609030804020204"/>
            </a:endParaRPr>
          </a:p>
          <a:p>
            <a:pPr>
              <a:lnSpc>
                <a:spcPts val="1800"/>
              </a:lnSpc>
            </a:pPr>
            <a:r>
              <a:rPr sz="1600" b="0">
                <a:solidFill>
                  <a:srgbClr val="001080"/>
                </a:solidFill>
                <a:latin typeface="Menlo" panose="020B0609030804020204"/>
                <a:ea typeface="Menlo" panose="020B0609030804020204"/>
              </a:rPr>
              <a:t>window</a:t>
            </a:r>
            <a:r>
              <a:rPr sz="1600" b="0">
                <a:solidFill>
                  <a:srgbClr val="000000"/>
                </a:solidFill>
                <a:latin typeface="Menlo" panose="020B0609030804020204"/>
                <a:ea typeface="Menlo" panose="020B0609030804020204"/>
              </a:rPr>
              <a:t>.</a:t>
            </a:r>
            <a:r>
              <a:rPr sz="1600" b="0">
                <a:solidFill>
                  <a:srgbClr val="795E26"/>
                </a:solidFill>
                <a:latin typeface="Menlo" panose="020B0609030804020204"/>
                <a:ea typeface="Menlo" panose="020B0609030804020204"/>
              </a:rPr>
              <a:t>onload</a:t>
            </a:r>
            <a:r>
              <a:rPr sz="1600" b="0">
                <a:solidFill>
                  <a:srgbClr val="000000"/>
                </a:solidFill>
                <a:latin typeface="Menlo" panose="020B0609030804020204"/>
                <a:ea typeface="Menlo" panose="020B0609030804020204"/>
              </a:rPr>
              <a:t> = </a:t>
            </a:r>
            <a:r>
              <a:rPr sz="1600" b="0">
                <a:solidFill>
                  <a:srgbClr val="0000FF"/>
                </a:solidFill>
                <a:latin typeface="Menlo" panose="020B0609030804020204"/>
                <a:ea typeface="Menlo" panose="020B0609030804020204"/>
              </a:rPr>
              <a:t>function</a:t>
            </a:r>
            <a:r>
              <a:rPr sz="1600" b="0">
                <a:solidFill>
                  <a:srgbClr val="000000"/>
                </a:solidFill>
                <a:latin typeface="Menlo" panose="020B0609030804020204"/>
                <a:ea typeface="Menlo" panose="020B0609030804020204"/>
              </a:rPr>
              <a:t>() {</a:t>
            </a:r>
            <a:endParaRPr sz="1600" b="0">
              <a:solidFill>
                <a:srgbClr val="000000"/>
              </a:solidFill>
              <a:latin typeface="Menlo" panose="020B0609030804020204"/>
              <a:ea typeface="Menlo" panose="020B0609030804020204"/>
            </a:endParaRPr>
          </a:p>
          <a:p>
            <a:pPr>
              <a:lnSpc>
                <a:spcPts val="1800"/>
              </a:lnSpc>
            </a:pPr>
            <a:r>
              <a:rPr sz="1600" b="0">
                <a:solidFill>
                  <a:srgbClr val="0000FF"/>
                </a:solidFill>
                <a:latin typeface="Menlo" panose="020B0609030804020204"/>
                <a:ea typeface="Menlo" panose="020B0609030804020204"/>
              </a:rPr>
              <a:t>const</a:t>
            </a:r>
            <a:r>
              <a:rPr lang="ru-RU" sz="1600" b="0">
                <a:solidFill>
                  <a:srgbClr val="0000FF"/>
                </a:solidFill>
                <a:latin typeface="Menlo" panose="020B0609030804020204"/>
                <a:ea typeface="Menlo" panose="020B0609030804020204"/>
              </a:rPr>
              <a:t> </a:t>
            </a:r>
            <a:r>
              <a:rPr sz="1600" b="0">
                <a:solidFill>
                  <a:srgbClr val="0070C1"/>
                </a:solidFill>
                <a:latin typeface="Menlo" panose="020B0609030804020204"/>
                <a:ea typeface="Menlo" panose="020B0609030804020204"/>
              </a:rPr>
              <a:t>usernameFromLocalStorage</a:t>
            </a:r>
            <a:r>
              <a:rPr sz="1600" b="0">
                <a:solidFill>
                  <a:srgbClr val="000000"/>
                </a:solidFill>
                <a:latin typeface="Menlo" panose="020B0609030804020204"/>
                <a:ea typeface="Menlo" panose="020B0609030804020204"/>
              </a:rPr>
              <a:t> = </a:t>
            </a:r>
            <a:r>
              <a:rPr sz="1600" b="0">
                <a:solidFill>
                  <a:srgbClr val="001080"/>
                </a:solidFill>
                <a:latin typeface="Menlo" panose="020B0609030804020204"/>
                <a:ea typeface="Menlo" panose="020B0609030804020204"/>
              </a:rPr>
              <a:t>localStorage</a:t>
            </a:r>
            <a:r>
              <a:rPr sz="1600" b="0">
                <a:solidFill>
                  <a:srgbClr val="000000"/>
                </a:solidFill>
                <a:latin typeface="Menlo" panose="020B0609030804020204"/>
                <a:ea typeface="Menlo" panose="020B0609030804020204"/>
              </a:rPr>
              <a:t>.</a:t>
            </a:r>
            <a:r>
              <a:rPr sz="1600" b="0">
                <a:solidFill>
                  <a:srgbClr val="795E26"/>
                </a:solidFill>
                <a:latin typeface="Menlo" panose="020B0609030804020204"/>
                <a:ea typeface="Menlo" panose="020B0609030804020204"/>
              </a:rPr>
              <a:t>getItem</a:t>
            </a:r>
            <a:r>
              <a:rPr sz="1600" b="0">
                <a:solidFill>
                  <a:srgbClr val="000000"/>
                </a:solidFill>
                <a:latin typeface="Menlo" panose="020B0609030804020204"/>
                <a:ea typeface="Menlo" panose="020B0609030804020204"/>
              </a:rPr>
              <a:t>(</a:t>
            </a:r>
            <a:r>
              <a:rPr sz="1600" b="0">
                <a:solidFill>
                  <a:srgbClr val="A31515"/>
                </a:solidFill>
                <a:latin typeface="Menlo" panose="020B0609030804020204"/>
                <a:ea typeface="Menlo" panose="020B0609030804020204"/>
              </a:rPr>
              <a:t>"username"</a:t>
            </a:r>
            <a:r>
              <a:rPr sz="1600" b="0">
                <a:solidFill>
                  <a:srgbClr val="000000"/>
                </a:solidFill>
                <a:latin typeface="Menlo" panose="020B0609030804020204"/>
                <a:ea typeface="Menlo" panose="020B0609030804020204"/>
              </a:rPr>
              <a:t>);</a:t>
            </a:r>
            <a:endParaRPr sz="1600" b="0">
              <a:solidFill>
                <a:srgbClr val="000000"/>
              </a:solidFill>
              <a:latin typeface="Menlo" panose="020B0609030804020204"/>
              <a:ea typeface="Menlo" panose="020B0609030804020204"/>
            </a:endParaRPr>
          </a:p>
          <a:p>
            <a:pPr>
              <a:lnSpc>
                <a:spcPts val="1800"/>
              </a:lnSpc>
            </a:pPr>
            <a:r>
              <a:rPr sz="1600" b="0">
                <a:solidFill>
                  <a:srgbClr val="0000FF"/>
                </a:solidFill>
                <a:latin typeface="Menlo" panose="020B0609030804020204"/>
                <a:ea typeface="Menlo" panose="020B0609030804020204"/>
              </a:rPr>
              <a:t>const</a:t>
            </a:r>
            <a:r>
              <a:rPr lang="ru-RU" sz="1600" b="0">
                <a:solidFill>
                  <a:srgbClr val="0000FF"/>
                </a:solidFill>
                <a:latin typeface="Menlo" panose="020B0609030804020204"/>
                <a:ea typeface="Menlo" panose="020B0609030804020204"/>
              </a:rPr>
              <a:t> </a:t>
            </a:r>
            <a:r>
              <a:rPr sz="1600" b="0">
                <a:solidFill>
                  <a:srgbClr val="0070C1"/>
                </a:solidFill>
                <a:latin typeface="Menlo" panose="020B0609030804020204"/>
                <a:ea typeface="Menlo" panose="020B0609030804020204"/>
              </a:rPr>
              <a:t>usernameFromSessionStorage</a:t>
            </a:r>
            <a:r>
              <a:rPr sz="1600" b="0">
                <a:solidFill>
                  <a:srgbClr val="000000"/>
                </a:solidFill>
                <a:latin typeface="Menlo" panose="020B0609030804020204"/>
                <a:ea typeface="Menlo" panose="020B0609030804020204"/>
              </a:rPr>
              <a:t> = </a:t>
            </a:r>
            <a:r>
              <a:rPr sz="1600" b="0">
                <a:solidFill>
                  <a:srgbClr val="001080"/>
                </a:solidFill>
                <a:latin typeface="Menlo" panose="020B0609030804020204"/>
                <a:ea typeface="Menlo" panose="020B0609030804020204"/>
              </a:rPr>
              <a:t>sessionStorage</a:t>
            </a:r>
            <a:r>
              <a:rPr sz="1600" b="0">
                <a:solidFill>
                  <a:srgbClr val="000000"/>
                </a:solidFill>
                <a:latin typeface="Menlo" panose="020B0609030804020204"/>
                <a:ea typeface="Menlo" panose="020B0609030804020204"/>
              </a:rPr>
              <a:t>.</a:t>
            </a:r>
            <a:r>
              <a:rPr sz="1600" b="0">
                <a:solidFill>
                  <a:srgbClr val="795E26"/>
                </a:solidFill>
                <a:latin typeface="Menlo" panose="020B0609030804020204"/>
                <a:ea typeface="Menlo" panose="020B0609030804020204"/>
              </a:rPr>
              <a:t>getItem</a:t>
            </a:r>
            <a:r>
              <a:rPr sz="1600" b="0">
                <a:solidFill>
                  <a:srgbClr val="000000"/>
                </a:solidFill>
                <a:latin typeface="Menlo" panose="020B0609030804020204"/>
                <a:ea typeface="Menlo" panose="020B0609030804020204"/>
              </a:rPr>
              <a:t>(</a:t>
            </a:r>
            <a:r>
              <a:rPr sz="1600" b="0">
                <a:solidFill>
                  <a:srgbClr val="A31515"/>
                </a:solidFill>
                <a:latin typeface="Menlo" panose="020B0609030804020204"/>
                <a:ea typeface="Menlo" panose="020B0609030804020204"/>
              </a:rPr>
              <a:t>"username"</a:t>
            </a:r>
            <a:r>
              <a:rPr sz="1600" b="0">
                <a:solidFill>
                  <a:srgbClr val="000000"/>
                </a:solidFill>
                <a:latin typeface="Menlo" panose="020B0609030804020204"/>
                <a:ea typeface="Menlo" panose="020B0609030804020204"/>
              </a:rPr>
              <a:t>);</a:t>
            </a:r>
            <a:endParaRPr sz="1600" b="0">
              <a:solidFill>
                <a:srgbClr val="000000"/>
              </a:solidFill>
              <a:latin typeface="Menlo" panose="020B0609030804020204"/>
              <a:ea typeface="Menlo" panose="020B0609030804020204"/>
            </a:endParaRPr>
          </a:p>
          <a:p>
            <a:pPr>
              <a:lnSpc>
                <a:spcPts val="1800"/>
              </a:lnSpc>
            </a:pPr>
            <a:endParaRPr sz="1600" b="0">
              <a:solidFill>
                <a:srgbClr val="000000"/>
              </a:solidFill>
              <a:latin typeface="Menlo" panose="020B0609030804020204"/>
              <a:ea typeface="Menlo" panose="020B0609030804020204"/>
            </a:endParaRPr>
          </a:p>
          <a:p>
            <a:pPr>
              <a:lnSpc>
                <a:spcPts val="1800"/>
              </a:lnSpc>
            </a:pPr>
            <a:r>
              <a:rPr sz="1600" b="0">
                <a:solidFill>
                  <a:srgbClr val="AF00DB"/>
                </a:solidFill>
                <a:latin typeface="Menlo" panose="020B0609030804020204"/>
                <a:ea typeface="Menlo" panose="020B0609030804020204"/>
              </a:rPr>
              <a:t>if</a:t>
            </a:r>
            <a:r>
              <a:rPr sz="1600" b="0">
                <a:solidFill>
                  <a:srgbClr val="000000"/>
                </a:solidFill>
                <a:latin typeface="Menlo" panose="020B0609030804020204"/>
                <a:ea typeface="Menlo" panose="020B0609030804020204"/>
              </a:rPr>
              <a:t> (</a:t>
            </a:r>
            <a:r>
              <a:rPr sz="1600" b="0">
                <a:solidFill>
                  <a:srgbClr val="0070C1"/>
                </a:solidFill>
                <a:latin typeface="Menlo" panose="020B0609030804020204"/>
                <a:ea typeface="Menlo" panose="020B0609030804020204"/>
              </a:rPr>
              <a:t>usernameFromSessionStorage</a:t>
            </a:r>
            <a:r>
              <a:rPr sz="1600" b="0">
                <a:solidFill>
                  <a:srgbClr val="000000"/>
                </a:solidFill>
                <a:latin typeface="Menlo" panose="020B0609030804020204"/>
                <a:ea typeface="Menlo" panose="020B0609030804020204"/>
              </a:rPr>
              <a:t>) {</a:t>
            </a:r>
            <a:endParaRPr sz="1600" b="0">
              <a:solidFill>
                <a:srgbClr val="000000"/>
              </a:solidFill>
              <a:latin typeface="Menlo" panose="020B0609030804020204"/>
              <a:ea typeface="Menlo" panose="020B0609030804020204"/>
            </a:endParaRPr>
          </a:p>
          <a:p>
            <a:pPr>
              <a:lnSpc>
                <a:spcPts val="1800"/>
              </a:lnSpc>
            </a:pPr>
            <a:r>
              <a:rPr sz="1600" b="0">
                <a:solidFill>
                  <a:srgbClr val="001080"/>
                </a:solidFill>
                <a:latin typeface="Menlo" panose="020B0609030804020204"/>
                <a:ea typeface="Menlo" panose="020B0609030804020204"/>
              </a:rPr>
              <a:t>document</a:t>
            </a:r>
            <a:r>
              <a:rPr sz="1600" b="0">
                <a:solidFill>
                  <a:srgbClr val="000000"/>
                </a:solidFill>
                <a:latin typeface="Menlo" panose="020B0609030804020204"/>
                <a:ea typeface="Menlo" panose="020B0609030804020204"/>
              </a:rPr>
              <a:t>.</a:t>
            </a:r>
            <a:r>
              <a:rPr sz="1600" b="0">
                <a:solidFill>
                  <a:srgbClr val="795E26"/>
                </a:solidFill>
                <a:latin typeface="Menlo" panose="020B0609030804020204"/>
                <a:ea typeface="Menlo" panose="020B0609030804020204"/>
              </a:rPr>
              <a:t>getElementById</a:t>
            </a:r>
            <a:r>
              <a:rPr sz="1600" b="0">
                <a:solidFill>
                  <a:srgbClr val="000000"/>
                </a:solidFill>
                <a:latin typeface="Menlo" panose="020B0609030804020204"/>
                <a:ea typeface="Menlo" panose="020B0609030804020204"/>
              </a:rPr>
              <a:t>(</a:t>
            </a:r>
            <a:r>
              <a:rPr sz="1600" b="0">
                <a:solidFill>
                  <a:srgbClr val="A31515"/>
                </a:solidFill>
                <a:latin typeface="Menlo" panose="020B0609030804020204"/>
                <a:ea typeface="Menlo" panose="020B0609030804020204"/>
              </a:rPr>
              <a:t>"greeting"</a:t>
            </a:r>
            <a:r>
              <a:rPr sz="1600" b="0">
                <a:solidFill>
                  <a:srgbClr val="000000"/>
                </a:solidFill>
                <a:latin typeface="Menlo" panose="020B0609030804020204"/>
                <a:ea typeface="Menlo" panose="020B0609030804020204"/>
              </a:rPr>
              <a:t>).</a:t>
            </a:r>
            <a:r>
              <a:rPr sz="1600" b="0">
                <a:solidFill>
                  <a:srgbClr val="001080"/>
                </a:solidFill>
                <a:latin typeface="Menlo" panose="020B0609030804020204"/>
                <a:ea typeface="Menlo" panose="020B0609030804020204"/>
              </a:rPr>
              <a:t>innerText</a:t>
            </a:r>
            <a:r>
              <a:rPr sz="1600" b="0">
                <a:solidFill>
                  <a:srgbClr val="000000"/>
                </a:solidFill>
                <a:latin typeface="Menlo" panose="020B0609030804020204"/>
                <a:ea typeface="Menlo" panose="020B0609030804020204"/>
              </a:rPr>
              <a:t> = </a:t>
            </a:r>
            <a:endParaRPr sz="1600" b="0">
              <a:solidFill>
                <a:srgbClr val="000000"/>
              </a:solidFill>
              <a:latin typeface="Menlo" panose="020B0609030804020204"/>
              <a:ea typeface="Menlo" panose="020B0609030804020204"/>
            </a:endParaRPr>
          </a:p>
          <a:p>
            <a:pPr indent="457200">
              <a:lnSpc>
                <a:spcPts val="1800"/>
              </a:lnSpc>
            </a:pPr>
            <a:r>
              <a:rPr sz="1600" b="0">
                <a:solidFill>
                  <a:srgbClr val="A31515"/>
                </a:solidFill>
                <a:latin typeface="Menlo" panose="020B0609030804020204"/>
                <a:ea typeface="Menlo" panose="020B0609030804020204"/>
              </a:rPr>
              <a:t>`Привет, </a:t>
            </a:r>
            <a:r>
              <a:rPr sz="1600" b="0">
                <a:solidFill>
                  <a:srgbClr val="0000FF"/>
                </a:solidFill>
                <a:latin typeface="Menlo" panose="020B0609030804020204"/>
                <a:ea typeface="Menlo" panose="020B0609030804020204"/>
              </a:rPr>
              <a:t>${</a:t>
            </a:r>
            <a:r>
              <a:rPr sz="1600" b="0">
                <a:solidFill>
                  <a:srgbClr val="0070C1"/>
                </a:solidFill>
                <a:latin typeface="Menlo" panose="020B0609030804020204"/>
                <a:ea typeface="Menlo" panose="020B0609030804020204"/>
              </a:rPr>
              <a:t>usernameFromSessionStorage</a:t>
            </a:r>
            <a:r>
              <a:rPr sz="1600" b="0">
                <a:solidFill>
                  <a:srgbClr val="0000FF"/>
                </a:solidFill>
                <a:latin typeface="Menlo" panose="020B0609030804020204"/>
                <a:ea typeface="Menlo" panose="020B0609030804020204"/>
              </a:rPr>
              <a:t>}</a:t>
            </a:r>
            <a:r>
              <a:rPr sz="1600" b="0">
                <a:solidFill>
                  <a:srgbClr val="A31515"/>
                </a:solidFill>
                <a:latin typeface="Menlo" panose="020B0609030804020204"/>
                <a:ea typeface="Menlo" panose="020B0609030804020204"/>
              </a:rPr>
              <a:t>! (Из Session Storage)`</a:t>
            </a:r>
            <a:r>
              <a:rPr sz="1600" b="0">
                <a:solidFill>
                  <a:srgbClr val="000000"/>
                </a:solidFill>
                <a:latin typeface="Menlo" panose="020B0609030804020204"/>
                <a:ea typeface="Menlo" panose="020B0609030804020204"/>
              </a:rPr>
              <a:t>;</a:t>
            </a:r>
            <a:endParaRPr sz="1600" b="0">
              <a:solidFill>
                <a:srgbClr val="000000"/>
              </a:solidFill>
              <a:latin typeface="Menlo" panose="020B0609030804020204"/>
              <a:ea typeface="Menlo" panose="020B0609030804020204"/>
            </a:endParaRPr>
          </a:p>
          <a:p>
            <a:pPr>
              <a:lnSpc>
                <a:spcPts val="1800"/>
              </a:lnSpc>
            </a:pPr>
            <a:r>
              <a:rPr sz="1600" b="0">
                <a:solidFill>
                  <a:srgbClr val="000000"/>
                </a:solidFill>
                <a:latin typeface="Menlo" panose="020B0609030804020204"/>
                <a:ea typeface="Menlo" panose="020B0609030804020204"/>
              </a:rPr>
              <a:t> } </a:t>
            </a:r>
            <a:r>
              <a:rPr sz="1600" b="0">
                <a:solidFill>
                  <a:srgbClr val="AF00DB"/>
                </a:solidFill>
                <a:latin typeface="Menlo" panose="020B0609030804020204"/>
                <a:ea typeface="Menlo" panose="020B0609030804020204"/>
              </a:rPr>
              <a:t>elseif</a:t>
            </a:r>
            <a:r>
              <a:rPr sz="1600" b="0">
                <a:solidFill>
                  <a:srgbClr val="000000"/>
                </a:solidFill>
                <a:latin typeface="Menlo" panose="020B0609030804020204"/>
                <a:ea typeface="Menlo" panose="020B0609030804020204"/>
              </a:rPr>
              <a:t> (</a:t>
            </a:r>
            <a:r>
              <a:rPr sz="1600" b="0">
                <a:solidFill>
                  <a:srgbClr val="0070C1"/>
                </a:solidFill>
                <a:latin typeface="Menlo" panose="020B0609030804020204"/>
                <a:ea typeface="Menlo" panose="020B0609030804020204"/>
              </a:rPr>
              <a:t>usernameFromLocalStorage</a:t>
            </a:r>
            <a:r>
              <a:rPr sz="1600" b="0">
                <a:solidFill>
                  <a:srgbClr val="000000"/>
                </a:solidFill>
                <a:latin typeface="Menlo" panose="020B0609030804020204"/>
                <a:ea typeface="Menlo" panose="020B0609030804020204"/>
              </a:rPr>
              <a:t>) {</a:t>
            </a:r>
            <a:endParaRPr sz="1600" b="0">
              <a:solidFill>
                <a:srgbClr val="000000"/>
              </a:solidFill>
              <a:latin typeface="Menlo" panose="020B0609030804020204"/>
              <a:ea typeface="Menlo" panose="020B0609030804020204"/>
            </a:endParaRPr>
          </a:p>
          <a:p>
            <a:pPr>
              <a:lnSpc>
                <a:spcPts val="1800"/>
              </a:lnSpc>
            </a:pPr>
            <a:r>
              <a:rPr sz="1600" b="0">
                <a:solidFill>
                  <a:srgbClr val="001080"/>
                </a:solidFill>
                <a:latin typeface="Menlo" panose="020B0609030804020204"/>
                <a:ea typeface="Menlo" panose="020B0609030804020204"/>
              </a:rPr>
              <a:t>document</a:t>
            </a:r>
            <a:r>
              <a:rPr sz="1600" b="0">
                <a:solidFill>
                  <a:srgbClr val="000000"/>
                </a:solidFill>
                <a:latin typeface="Menlo" panose="020B0609030804020204"/>
                <a:ea typeface="Menlo" panose="020B0609030804020204"/>
              </a:rPr>
              <a:t>.</a:t>
            </a:r>
            <a:r>
              <a:rPr sz="1600" b="0">
                <a:solidFill>
                  <a:srgbClr val="795E26"/>
                </a:solidFill>
                <a:latin typeface="Menlo" panose="020B0609030804020204"/>
                <a:ea typeface="Menlo" panose="020B0609030804020204"/>
              </a:rPr>
              <a:t>getElementById</a:t>
            </a:r>
            <a:r>
              <a:rPr sz="1600" b="0">
                <a:solidFill>
                  <a:srgbClr val="000000"/>
                </a:solidFill>
                <a:latin typeface="Menlo" panose="020B0609030804020204"/>
                <a:ea typeface="Menlo" panose="020B0609030804020204"/>
              </a:rPr>
              <a:t>(</a:t>
            </a:r>
            <a:r>
              <a:rPr sz="1600" b="0">
                <a:solidFill>
                  <a:srgbClr val="A31515"/>
                </a:solidFill>
                <a:latin typeface="Menlo" panose="020B0609030804020204"/>
                <a:ea typeface="Menlo" panose="020B0609030804020204"/>
              </a:rPr>
              <a:t>"greeting"</a:t>
            </a:r>
            <a:r>
              <a:rPr sz="1600" b="0">
                <a:solidFill>
                  <a:srgbClr val="000000"/>
                </a:solidFill>
                <a:latin typeface="Menlo" panose="020B0609030804020204"/>
                <a:ea typeface="Menlo" panose="020B0609030804020204"/>
              </a:rPr>
              <a:t>).</a:t>
            </a:r>
            <a:r>
              <a:rPr sz="1600" b="0">
                <a:solidFill>
                  <a:srgbClr val="001080"/>
                </a:solidFill>
                <a:latin typeface="Menlo" panose="020B0609030804020204"/>
                <a:ea typeface="Menlo" panose="020B0609030804020204"/>
              </a:rPr>
              <a:t>innerText</a:t>
            </a:r>
            <a:r>
              <a:rPr sz="1600" b="0">
                <a:solidFill>
                  <a:srgbClr val="000000"/>
                </a:solidFill>
                <a:latin typeface="Menlo" panose="020B0609030804020204"/>
                <a:ea typeface="Menlo" panose="020B0609030804020204"/>
              </a:rPr>
              <a:t> = </a:t>
            </a:r>
            <a:endParaRPr sz="1600" b="0">
              <a:solidFill>
                <a:srgbClr val="000000"/>
              </a:solidFill>
              <a:latin typeface="Menlo" panose="020B0609030804020204"/>
              <a:ea typeface="Menlo" panose="020B0609030804020204"/>
            </a:endParaRPr>
          </a:p>
          <a:p>
            <a:pPr indent="457200">
              <a:lnSpc>
                <a:spcPts val="1800"/>
              </a:lnSpc>
            </a:pPr>
            <a:r>
              <a:rPr sz="1600" b="0">
                <a:solidFill>
                  <a:srgbClr val="A31515"/>
                </a:solidFill>
                <a:latin typeface="Menlo" panose="020B0609030804020204"/>
                <a:ea typeface="Menlo" panose="020B0609030804020204"/>
              </a:rPr>
              <a:t>`Привет, </a:t>
            </a:r>
            <a:r>
              <a:rPr sz="1600" b="0">
                <a:solidFill>
                  <a:srgbClr val="0000FF"/>
                </a:solidFill>
                <a:latin typeface="Menlo" panose="020B0609030804020204"/>
                <a:ea typeface="Menlo" panose="020B0609030804020204"/>
              </a:rPr>
              <a:t>${</a:t>
            </a:r>
            <a:r>
              <a:rPr sz="1600" b="0">
                <a:solidFill>
                  <a:srgbClr val="0070C1"/>
                </a:solidFill>
                <a:latin typeface="Menlo" panose="020B0609030804020204"/>
                <a:ea typeface="Menlo" panose="020B0609030804020204"/>
              </a:rPr>
              <a:t>usernameFromLocalStorage</a:t>
            </a:r>
            <a:r>
              <a:rPr sz="1600" b="0">
                <a:solidFill>
                  <a:srgbClr val="0000FF"/>
                </a:solidFill>
                <a:latin typeface="Menlo" panose="020B0609030804020204"/>
                <a:ea typeface="Menlo" panose="020B0609030804020204"/>
              </a:rPr>
              <a:t>}</a:t>
            </a:r>
            <a:r>
              <a:rPr sz="1600" b="0">
                <a:solidFill>
                  <a:srgbClr val="A31515"/>
                </a:solidFill>
                <a:latin typeface="Menlo" panose="020B0609030804020204"/>
                <a:ea typeface="Menlo" panose="020B0609030804020204"/>
              </a:rPr>
              <a:t>! (Из Local Storage)`</a:t>
            </a:r>
            <a:r>
              <a:rPr sz="1600" b="0">
                <a:solidFill>
                  <a:srgbClr val="000000"/>
                </a:solidFill>
                <a:latin typeface="Menlo" panose="020B0609030804020204"/>
                <a:ea typeface="Menlo" panose="020B0609030804020204"/>
              </a:rPr>
              <a:t>;</a:t>
            </a:r>
            <a:endParaRPr sz="1600" b="0">
              <a:solidFill>
                <a:srgbClr val="000000"/>
              </a:solidFill>
              <a:latin typeface="Menlo" panose="020B0609030804020204"/>
              <a:ea typeface="Menlo" panose="020B0609030804020204"/>
            </a:endParaRPr>
          </a:p>
          <a:p>
            <a:pPr>
              <a:lnSpc>
                <a:spcPts val="1800"/>
              </a:lnSpc>
            </a:pPr>
            <a:r>
              <a:rPr sz="1600" b="0">
                <a:solidFill>
                  <a:srgbClr val="000000"/>
                </a:solidFill>
                <a:latin typeface="Menlo" panose="020B0609030804020204"/>
                <a:ea typeface="Menlo" panose="020B0609030804020204"/>
              </a:rPr>
              <a:t> } </a:t>
            </a:r>
            <a:r>
              <a:rPr sz="1600" b="0">
                <a:solidFill>
                  <a:srgbClr val="AF00DB"/>
                </a:solidFill>
                <a:latin typeface="Menlo" panose="020B0609030804020204"/>
                <a:ea typeface="Menlo" panose="020B0609030804020204"/>
              </a:rPr>
              <a:t>else</a:t>
            </a:r>
            <a:r>
              <a:rPr sz="1600" b="0">
                <a:solidFill>
                  <a:srgbClr val="000000"/>
                </a:solidFill>
                <a:latin typeface="Menlo" panose="020B0609030804020204"/>
                <a:ea typeface="Menlo" panose="020B0609030804020204"/>
              </a:rPr>
              <a:t> {</a:t>
            </a:r>
            <a:endParaRPr sz="1600" b="0">
              <a:solidFill>
                <a:srgbClr val="000000"/>
              </a:solidFill>
              <a:latin typeface="Menlo" panose="020B0609030804020204"/>
              <a:ea typeface="Menlo" panose="020B0609030804020204"/>
            </a:endParaRPr>
          </a:p>
          <a:p>
            <a:pPr>
              <a:lnSpc>
                <a:spcPts val="1800"/>
              </a:lnSpc>
            </a:pPr>
            <a:r>
              <a:rPr sz="1600" b="0">
                <a:solidFill>
                  <a:srgbClr val="001080"/>
                </a:solidFill>
                <a:latin typeface="Menlo" panose="020B0609030804020204"/>
                <a:ea typeface="Menlo" panose="020B0609030804020204"/>
              </a:rPr>
              <a:t>document</a:t>
            </a:r>
            <a:r>
              <a:rPr sz="1600" b="0">
                <a:solidFill>
                  <a:srgbClr val="000000"/>
                </a:solidFill>
                <a:latin typeface="Menlo" panose="020B0609030804020204"/>
                <a:ea typeface="Menlo" panose="020B0609030804020204"/>
              </a:rPr>
              <a:t>.</a:t>
            </a:r>
            <a:r>
              <a:rPr sz="1600" b="0">
                <a:solidFill>
                  <a:srgbClr val="795E26"/>
                </a:solidFill>
                <a:latin typeface="Menlo" panose="020B0609030804020204"/>
                <a:ea typeface="Menlo" panose="020B0609030804020204"/>
              </a:rPr>
              <a:t>getElementById</a:t>
            </a:r>
            <a:r>
              <a:rPr sz="1600" b="0">
                <a:solidFill>
                  <a:srgbClr val="000000"/>
                </a:solidFill>
                <a:latin typeface="Menlo" panose="020B0609030804020204"/>
                <a:ea typeface="Menlo" panose="020B0609030804020204"/>
              </a:rPr>
              <a:t>(</a:t>
            </a:r>
            <a:r>
              <a:rPr sz="1600" b="0">
                <a:solidFill>
                  <a:srgbClr val="A31515"/>
                </a:solidFill>
                <a:latin typeface="Menlo" panose="020B0609030804020204"/>
                <a:ea typeface="Menlo" panose="020B0609030804020204"/>
              </a:rPr>
              <a:t>"greeting"</a:t>
            </a:r>
            <a:r>
              <a:rPr sz="1600" b="0">
                <a:solidFill>
                  <a:srgbClr val="000000"/>
                </a:solidFill>
                <a:latin typeface="Menlo" panose="020B0609030804020204"/>
                <a:ea typeface="Menlo" panose="020B0609030804020204"/>
              </a:rPr>
              <a:t>).</a:t>
            </a:r>
            <a:r>
              <a:rPr sz="1600" b="0">
                <a:solidFill>
                  <a:srgbClr val="001080"/>
                </a:solidFill>
                <a:latin typeface="Menlo" panose="020B0609030804020204"/>
                <a:ea typeface="Menlo" panose="020B0609030804020204"/>
              </a:rPr>
              <a:t>innerText</a:t>
            </a:r>
            <a:r>
              <a:rPr sz="1600" b="0">
                <a:solidFill>
                  <a:srgbClr val="000000"/>
                </a:solidFill>
                <a:latin typeface="Menlo" panose="020B0609030804020204"/>
                <a:ea typeface="Menlo" panose="020B0609030804020204"/>
              </a:rPr>
              <a:t> = </a:t>
            </a:r>
            <a:endParaRPr sz="1600" b="0">
              <a:solidFill>
                <a:srgbClr val="000000"/>
              </a:solidFill>
              <a:latin typeface="Menlo" panose="020B0609030804020204"/>
              <a:ea typeface="Menlo" panose="020B0609030804020204"/>
            </a:endParaRPr>
          </a:p>
          <a:p>
            <a:pPr indent="457200">
              <a:lnSpc>
                <a:spcPts val="1800"/>
              </a:lnSpc>
            </a:pPr>
            <a:r>
              <a:rPr sz="1600" b="0">
                <a:solidFill>
                  <a:srgbClr val="A31515"/>
                </a:solidFill>
                <a:latin typeface="Menlo" panose="020B0609030804020204"/>
                <a:ea typeface="Menlo" panose="020B0609030804020204"/>
              </a:rPr>
              <a:t>"Имя не установлено."</a:t>
            </a:r>
            <a:r>
              <a:rPr sz="1600" b="0">
                <a:solidFill>
                  <a:srgbClr val="000000"/>
                </a:solidFill>
                <a:latin typeface="Menlo" panose="020B0609030804020204"/>
                <a:ea typeface="Menlo" panose="020B0609030804020204"/>
              </a:rPr>
              <a:t>;</a:t>
            </a:r>
            <a:endParaRPr sz="1600" b="0">
              <a:solidFill>
                <a:srgbClr val="000000"/>
              </a:solidFill>
              <a:latin typeface="Menlo" panose="020B0609030804020204"/>
              <a:ea typeface="Menlo" panose="020B0609030804020204"/>
            </a:endParaRPr>
          </a:p>
          <a:p>
            <a:pPr>
              <a:lnSpc>
                <a:spcPts val="1800"/>
              </a:lnSpc>
            </a:pPr>
            <a:r>
              <a:rPr sz="1600" b="0">
                <a:solidFill>
                  <a:srgbClr val="000000"/>
                </a:solidFill>
                <a:latin typeface="Menlo" panose="020B0609030804020204"/>
                <a:ea typeface="Menlo" panose="020B0609030804020204"/>
              </a:rPr>
              <a:t> }</a:t>
            </a:r>
            <a:endParaRPr sz="1600" b="0">
              <a:solidFill>
                <a:srgbClr val="000000"/>
              </a:solidFill>
              <a:latin typeface="Menlo" panose="020B0609030804020204"/>
              <a:ea typeface="Menlo" panose="020B0609030804020204"/>
            </a:endParaRPr>
          </a:p>
          <a:p>
            <a:pPr>
              <a:lnSpc>
                <a:spcPts val="1800"/>
              </a:lnSpc>
            </a:pPr>
            <a:r>
              <a:rPr sz="1600" b="0">
                <a:solidFill>
                  <a:srgbClr val="000000"/>
                </a:solidFill>
                <a:latin typeface="Menlo" panose="020B0609030804020204"/>
                <a:ea typeface="Menlo" panose="020B0609030804020204"/>
              </a:rPr>
              <a:t>}</a:t>
            </a:r>
            <a:endParaRPr sz="1600" b="0">
              <a:solidFill>
                <a:srgbClr val="000000"/>
              </a:solidFill>
              <a:latin typeface="Menlo" panose="020B0609030804020204"/>
              <a:ea typeface="Menlo" panose="020B0609030804020204"/>
            </a:endParaRPr>
          </a:p>
          <a:p>
            <a:pPr>
              <a:lnSpc>
                <a:spcPts val="1800"/>
              </a:lnSpc>
            </a:pPr>
            <a:r>
              <a:rPr sz="1600" b="0">
                <a:solidFill>
                  <a:srgbClr val="800000"/>
                </a:solidFill>
                <a:latin typeface="Menlo" panose="020B0609030804020204"/>
                <a:ea typeface="Menlo" panose="020B0609030804020204"/>
              </a:rPr>
              <a:t>&lt;/script&gt;</a:t>
            </a:r>
            <a:endParaRPr sz="1600" b="0">
              <a:solidFill>
                <a:srgbClr val="800000"/>
              </a:solidFill>
              <a:latin typeface="Menlo" panose="020B0609030804020204"/>
              <a:ea typeface="Menlo" panose="020B0609030804020204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7528</Words>
  <Application>WPS Writer</Application>
  <PresentationFormat>Widescreen</PresentationFormat>
  <Paragraphs>293</Paragraphs>
  <Slides>23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23</vt:i4>
      </vt:variant>
    </vt:vector>
  </HeadingPairs>
  <TitlesOfParts>
    <vt:vector size="41" baseType="lpstr">
      <vt:lpstr>Arial</vt:lpstr>
      <vt:lpstr>SimSun</vt:lpstr>
      <vt:lpstr>Wingdings</vt:lpstr>
      <vt:lpstr>Calibri</vt:lpstr>
      <vt:lpstr>Arial</vt:lpstr>
      <vt:lpstr>Helvetica Neue</vt:lpstr>
      <vt:lpstr>Times New Roman</vt:lpstr>
      <vt:lpstr>Times New Roman Regular</vt:lpstr>
      <vt:lpstr>Menlo</vt:lpstr>
      <vt:lpstr>SimSun</vt:lpstr>
      <vt:lpstr>宋体-简</vt:lpstr>
      <vt:lpstr>SimSun</vt:lpstr>
      <vt:lpstr>Microsoft YaHei</vt:lpstr>
      <vt:lpstr>汉仪旗黑</vt:lpstr>
      <vt:lpstr>Arial Unicode MS</vt:lpstr>
      <vt:lpstr>Calibri Light</vt:lpstr>
      <vt:lpstr>Calibri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WPS Presentation</dc:title>
  <dc:creator>valeriakhlyzoa</dc:creator>
  <cp:lastModifiedBy>Valerie</cp:lastModifiedBy>
  <cp:revision>34</cp:revision>
  <dcterms:created xsi:type="dcterms:W3CDTF">2025-12-12T02:52:33Z</dcterms:created>
  <dcterms:modified xsi:type="dcterms:W3CDTF">2025-12-12T02:52:33Z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3EFED6EF4FEB97F8C3B941675E415091_41</vt:lpwstr>
  </property>
  <property fmtid="{D5CDD505-2E9C-101B-9397-08002B2CF9AE}" pid="3" name="KSOProductBuildVer">
    <vt:lpwstr>1033-12.1.23152.23152</vt:lpwstr>
  </property>
</Properties>
</file>