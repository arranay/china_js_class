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
  </p:notesMasterIdLst>
  <p:handoutMasterIdLst>
    <p:handoutMasterId r:id="rId51"/>
  </p:handoutMasterIdLst>
  <p:sldIdLst>
    <p:sldId id="256" r:id="rId3"/>
    <p:sldId id="257" r:id="rId4"/>
    <p:sldId id="258" r:id="rId5"/>
    <p:sldId id="259" r:id="rId6"/>
    <p:sldId id="260" r:id="rId7"/>
    <p:sldId id="261" r:id="rId8"/>
    <p:sldId id="270" r:id="rId10"/>
    <p:sldId id="268" r:id="rId11"/>
    <p:sldId id="269" r:id="rId12"/>
    <p:sldId id="262" r:id="rId13"/>
    <p:sldId id="271" r:id="rId14"/>
    <p:sldId id="272" r:id="rId15"/>
    <p:sldId id="273" r:id="rId16"/>
    <p:sldId id="274" r:id="rId17"/>
    <p:sldId id="275" r:id="rId18"/>
    <p:sldId id="276" r:id="rId19"/>
    <p:sldId id="284" r:id="rId20"/>
    <p:sldId id="311" r:id="rId21"/>
    <p:sldId id="312" r:id="rId22"/>
    <p:sldId id="292" r:id="rId23"/>
    <p:sldId id="293" r:id="rId24"/>
    <p:sldId id="294" r:id="rId25"/>
    <p:sldId id="295" r:id="rId26"/>
    <p:sldId id="296" r:id="rId27"/>
    <p:sldId id="313" r:id="rId28"/>
    <p:sldId id="342" r:id="rId29"/>
    <p:sldId id="366" r:id="rId30"/>
    <p:sldId id="367" r:id="rId31"/>
    <p:sldId id="368" r:id="rId32"/>
    <p:sldId id="369" r:id="rId33"/>
    <p:sldId id="370" r:id="rId34"/>
    <p:sldId id="297" r:id="rId35"/>
    <p:sldId id="371" r:id="rId36"/>
    <p:sldId id="298" r:id="rId37"/>
    <p:sldId id="290" r:id="rId38"/>
    <p:sldId id="372" r:id="rId39"/>
    <p:sldId id="373" r:id="rId40"/>
    <p:sldId id="374" r:id="rId41"/>
    <p:sldId id="375" r:id="rId42"/>
    <p:sldId id="376" r:id="rId43"/>
    <p:sldId id="377" r:id="rId44"/>
    <p:sldId id="378" r:id="rId45"/>
    <p:sldId id="379" r:id="rId46"/>
    <p:sldId id="380" r:id="rId47"/>
    <p:sldId id="381" r:id="rId48"/>
    <p:sldId id="383" r:id="rId49"/>
    <p:sldId id="384"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Google Shape;84;p1"/>
          <p:cNvSpPr/>
          <p:nvPr/>
        </p:nvSpPr>
        <p:spPr>
          <a:xfrm>
            <a:off x="0" y="316603"/>
            <a:ext cx="12192000" cy="898525"/>
          </a:xfrm>
          <a:prstGeom prst="rect">
            <a:avLst/>
          </a:prstGeom>
          <a:solidFill>
            <a:schemeClr val="accent1">
              <a:alpha val="45882"/>
            </a:schemeClr>
          </a:solidFill>
          <a:ln w="12700" cap="flat" cmpd="sng">
            <a:solidFill>
              <a:srgbClr val="3A5F8B"/>
            </a:solidFill>
            <a:prstDash val="solid"/>
            <a:round/>
            <a:headEnd type="none" w="sm" len="sm"/>
            <a:tailEnd type="none" w="sm" len="sm"/>
          </a:ln>
        </p:spPr>
        <p:txBody>
          <a:bodyPr spcFirstLastPara="1" wrap="square" lIns="91425" tIns="45700" rIns="91425" bIns="45700" anchor="t" anchorCtr="0">
            <a:noAutofit/>
          </a:bodyPr>
          <a:p>
            <a:pPr marL="0" marR="0" lvl="0" indent="0" algn="l"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 name="Google Shape;85;p1"/>
          <p:cNvSpPr/>
          <p:nvPr/>
        </p:nvSpPr>
        <p:spPr>
          <a:xfrm>
            <a:off x="260985" y="438700"/>
            <a:ext cx="10276727" cy="942975"/>
          </a:xfrm>
          <a:prstGeom prst="rect">
            <a:avLst/>
          </a:prstGeom>
          <a:noFill/>
          <a:ln>
            <a:noFill/>
          </a:ln>
        </p:spPr>
        <p:txBody>
          <a:bodyPr spcFirstLastPara="1" wrap="square" lIns="90000" tIns="45000" rIns="90000" bIns="45000" anchor="t" anchorCtr="0">
            <a:noAutofit/>
          </a:bodyPr>
          <a:p>
            <a:pPr marL="0" marR="0" lvl="0" indent="0" algn="l" rtl="0">
              <a:lnSpc>
                <a:spcPct val="107000"/>
              </a:lnSpc>
              <a:spcBef>
                <a:spcPts val="0"/>
              </a:spcBef>
              <a:spcAft>
                <a:spcPts val="0"/>
              </a:spcAft>
              <a:buNone/>
            </a:pPr>
            <a:r>
              <a:rPr lang="en-US" sz="1400" b="1" i="0" u="none" strike="noStrike" cap="none">
                <a:solidFill>
                  <a:srgbClr val="000000"/>
                </a:solidFill>
                <a:latin typeface="Arial" panose="020B0704020202020204"/>
                <a:ea typeface="Arial" panose="020B0704020202020204"/>
                <a:cs typeface="Arial" panose="020B0704020202020204"/>
                <a:sym typeface="Arial" panose="020B0704020202020204"/>
              </a:rPr>
              <a:t>ВЛАДИМИРСКИЙ ГОСУДАРСТВЕННЫЙ УНИВЕРСИТЕТ</a:t>
            </a:r>
            <a:r>
              <a:rPr lang="en-US" sz="14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lang="en-US" sz="1400" b="1" i="0" u="none" strike="noStrike" cap="none">
                <a:solidFill>
                  <a:srgbClr val="000000"/>
                </a:solidFill>
                <a:latin typeface="Arial" panose="020B0704020202020204"/>
                <a:ea typeface="Arial" panose="020B0704020202020204"/>
                <a:cs typeface="Arial" panose="020B0704020202020204"/>
                <a:sym typeface="Arial" panose="020B0704020202020204"/>
              </a:rPr>
              <a:t>ИМЕНИ </a:t>
            </a:r>
            <a:endParaRPr sz="1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7000"/>
              </a:lnSpc>
              <a:spcBef>
                <a:spcPts val="800"/>
              </a:spcBef>
              <a:spcAft>
                <a:spcPts val="0"/>
              </a:spcAft>
              <a:buNone/>
            </a:pPr>
            <a:r>
              <a:rPr lang="en-US" sz="1400" b="1" i="0" u="none" strike="noStrike" cap="none">
                <a:solidFill>
                  <a:srgbClr val="000000"/>
                </a:solidFill>
                <a:latin typeface="Arial" panose="020B0704020202020204"/>
                <a:ea typeface="Arial" panose="020B0704020202020204"/>
                <a:cs typeface="Arial" panose="020B0704020202020204"/>
                <a:sym typeface="Arial" panose="020B0704020202020204"/>
              </a:rPr>
              <a:t>АЛЕКСАНДРА ГРИГОРЬЕВИЧА И НИКОЛАЯ ГРИГОРЬЕВИЧА СТОЛЕТОВЫХ</a:t>
            </a:r>
            <a:endParaRPr sz="1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1" name="Google Shape;86;p1" descr="Владимирский государственный университет имени Александра Григорьевича и  Николая Григорьевича Столетовых"/>
          <p:cNvPicPr preferRelativeResize="0"/>
          <p:nvPr/>
        </p:nvPicPr>
        <p:blipFill rotWithShape="1">
          <a:blip r:embed="rId1"/>
          <a:srcRect/>
          <a:stretch>
            <a:fillRect/>
          </a:stretch>
        </p:blipFill>
        <p:spPr>
          <a:xfrm>
            <a:off x="10443603" y="77207"/>
            <a:ext cx="1381125" cy="1377315"/>
          </a:xfrm>
          <a:prstGeom prst="rect">
            <a:avLst/>
          </a:prstGeom>
          <a:noFill/>
          <a:ln>
            <a:noFill/>
          </a:ln>
        </p:spPr>
      </p:pic>
      <p:sp>
        <p:nvSpPr>
          <p:cNvPr id="12" name="Google Shape;87;p1"/>
          <p:cNvSpPr txBox="1"/>
          <p:nvPr/>
        </p:nvSpPr>
        <p:spPr>
          <a:xfrm>
            <a:off x="635" y="1649730"/>
            <a:ext cx="12191365" cy="2490470"/>
          </a:xfrm>
          <a:prstGeom prst="rect">
            <a:avLst/>
          </a:prstGeom>
          <a:noFill/>
          <a:ln>
            <a:noFill/>
          </a:ln>
        </p:spPr>
        <p:txBody>
          <a:bodyPr spcFirstLastPara="1" wrap="square" lIns="91425" tIns="45700" rIns="91425" bIns="45700" anchor="t" anchorCtr="0">
            <a:spAutoFit/>
          </a:bodyPr>
          <a:p>
            <a:pPr marL="0" marR="0" lvl="0" indent="0" algn="ctr" rtl="0">
              <a:lnSpc>
                <a:spcPct val="150000"/>
              </a:lnSpc>
              <a:spcBef>
                <a:spcPts val="0"/>
              </a:spcBef>
              <a:spcAft>
                <a:spcPts val="0"/>
              </a:spcAft>
              <a:buNone/>
            </a:pP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r>
              <a:rPr lang="en-US" sz="24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Разработка</a:t>
            </a: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4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веб-интерфейсного</a:t>
            </a: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4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скрипта</a:t>
            </a: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“Web </a:t>
            </a:r>
            <a:r>
              <a:rPr lang="en-US" sz="24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前端脚本开发</a:t>
            </a: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endPar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endParaRPr lang="en-US" sz="32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 name="Google Shape;88;p1"/>
          <p:cNvSpPr txBox="1"/>
          <p:nvPr/>
        </p:nvSpPr>
        <p:spPr>
          <a:xfrm>
            <a:off x="7366000" y="5497830"/>
            <a:ext cx="4676775" cy="920750"/>
          </a:xfrm>
          <a:prstGeom prst="rect">
            <a:avLst/>
          </a:prstGeom>
          <a:noFill/>
          <a:ln>
            <a:noFill/>
          </a:ln>
        </p:spPr>
        <p:txBody>
          <a:bodyPr spcFirstLastPara="1" wrap="square" lIns="91425" tIns="45700" rIns="91425" bIns="45700" anchor="t" anchorCtr="0">
            <a:spAutoFit/>
          </a:bodyPr>
          <a:p>
            <a:pPr marL="0" marR="0" lvl="0" indent="0" algn="l" rtl="0">
              <a:spcBef>
                <a:spcPts val="0"/>
              </a:spcBef>
              <a:spcAft>
                <a:spcPts val="0"/>
              </a:spcAft>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Преподаватель кафедры </a:t>
            </a:r>
            <a:r>
              <a:rPr lang="ru-RU" alt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информационных систем и программной инженерии </a:t>
            </a:r>
            <a:endParaRPr lang="ru-RU" alt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Хлызова Валерия Григорьевна.</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 name="Text Box 3"/>
          <p:cNvSpPr txBox="1"/>
          <p:nvPr/>
        </p:nvSpPr>
        <p:spPr>
          <a:xfrm>
            <a:off x="1786890" y="3260725"/>
            <a:ext cx="9094470" cy="1076325"/>
          </a:xfrm>
          <a:prstGeom prst="rect">
            <a:avLst/>
          </a:prstGeom>
        </p:spPr>
        <p:txBody>
          <a:bodyPr wrap="square">
            <a:spAutoFit/>
          </a:bodyPr>
          <a:p>
            <a:pPr algn="ctr"/>
            <a:r>
              <a:rPr sz="3200">
                <a:latin typeface="Times New Roman Regular" panose="02020603050405020304" charset="0"/>
                <a:cs typeface="Times New Roman Regular" panose="02020603050405020304" charset="0"/>
              </a:rPr>
              <a:t>DOM. Управление DOM.</a:t>
            </a:r>
            <a:endParaRPr sz="3200">
              <a:latin typeface="Times New Roman Regular" panose="02020603050405020304" charset="0"/>
              <a:cs typeface="Times New Roman Regular" panose="02020603050405020304" charset="0"/>
            </a:endParaRPr>
          </a:p>
          <a:p>
            <a:pPr algn="ctr"/>
            <a:r>
              <a:rPr sz="3200">
                <a:latin typeface="Times New Roman Regular" panose="02020603050405020304" charset="0"/>
                <a:cs typeface="Times New Roman Regular" panose="02020603050405020304" charset="0"/>
              </a:rPr>
              <a:t>DOM. DOM的操作管理。</a:t>
            </a:r>
            <a:endParaRPr sz="3200">
              <a:latin typeface="Times New Roman Regular" panose="02020603050405020304" charset="0"/>
              <a:cs typeface="Times New Roman Regular"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58800" y="1885633"/>
            <a:ext cx="5080000" cy="2553335"/>
          </a:xfrm>
          <a:prstGeom prst="rect">
            <a:avLst/>
          </a:prstGeom>
        </p:spPr>
        <p:txBody>
          <a:bodyPr>
            <a:spAutoFit/>
          </a:bodyPr>
          <a:p>
            <a:r>
              <a:rPr sz="1600"/>
              <a:t>Объектная Модель Документа (DOM) – это программный интерфейс (API) для HTML и XML документов. DOM предоставляет структурированное представление документа и определяет то, как эта структура может быть доступна из программ, которые могут изменять содержимое, стиль и структуру документа. Представление DOM состоит из структурированной группы узлов и объектов, которые имеют свойства и методы. </a:t>
            </a:r>
            <a:endParaRPr sz="1600"/>
          </a:p>
        </p:txBody>
      </p:sp>
      <p:sp>
        <p:nvSpPr>
          <p:cNvPr id="5" name="Text Box 4"/>
          <p:cNvSpPr txBox="1"/>
          <p:nvPr/>
        </p:nvSpPr>
        <p:spPr>
          <a:xfrm>
            <a:off x="6273800" y="1885633"/>
            <a:ext cx="5080000" cy="3046095"/>
          </a:xfrm>
          <a:prstGeom prst="rect">
            <a:avLst/>
          </a:prstGeom>
        </p:spPr>
        <p:txBody>
          <a:bodyPr>
            <a:spAutoFit/>
          </a:bodyPr>
          <a:p>
            <a:r>
              <a:rPr sz="2400"/>
              <a:t>文档对象模型（DOM）是HTML和XML文档的编程接口（API）。DOM为文档提供了结构化的表示，并定义了程序如何访问这种结构，以便能够修改文档的内容、样式和结构。</a:t>
            </a:r>
            <a:endParaRPr sz="2400"/>
          </a:p>
          <a:p>
            <a:r>
              <a:rPr sz="2400"/>
              <a:t>DOM的表示由一组结构化的节点和对象组成，这些节点和对象具有属性和方法。</a:t>
            </a:r>
            <a:endParaRPr sz="2400"/>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23900" y="1987233"/>
            <a:ext cx="5080000" cy="2553335"/>
          </a:xfrm>
          <a:prstGeom prst="rect">
            <a:avLst/>
          </a:prstGeom>
        </p:spPr>
        <p:txBody>
          <a:bodyPr>
            <a:spAutoFit/>
          </a:bodyPr>
          <a:p>
            <a:r>
              <a:rPr sz="1600"/>
              <a:t>Веб-страница – это документ. Документ может быть представлен как в окне браузера, так и в самом HTML-коде. В любом случае, это один и тот же документ. DOM предоставляет другой способ представления, хранения и управления этого документа. DOM полностью поддерживает объектно-ориентированное представление веб-страницы, делая возможным её изменение при помощи языка описания сценариев наподобие JavaScript.</a:t>
            </a:r>
            <a:endParaRPr sz="1600"/>
          </a:p>
        </p:txBody>
      </p:sp>
      <p:sp>
        <p:nvSpPr>
          <p:cNvPr id="3" name="Text Box 2"/>
          <p:cNvSpPr txBox="1"/>
          <p:nvPr/>
        </p:nvSpPr>
        <p:spPr>
          <a:xfrm>
            <a:off x="6477000" y="1987233"/>
            <a:ext cx="5080000" cy="3046095"/>
          </a:xfrm>
          <a:prstGeom prst="rect">
            <a:avLst/>
          </a:prstGeom>
        </p:spPr>
        <p:txBody>
          <a:bodyPr>
            <a:spAutoFit/>
          </a:bodyPr>
          <a:p>
            <a:r>
              <a:rPr sz="2400"/>
              <a:t>网页是一个文档。文档可以通过浏览器窗口显示，也可以呈现为HTML代码本身。不管是哪种方式，它们都是同一个文档。DOM为文档的表示、存储和管理提供了一种新的方式。DOM完全支持面向对象的网页表示，使得可以通过类似JavaScript的脚本语言对网页进行修改。</a:t>
            </a:r>
            <a:endParaRPr sz="24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95300" y="629285"/>
            <a:ext cx="5080000" cy="2553335"/>
          </a:xfrm>
          <a:prstGeom prst="rect">
            <a:avLst/>
          </a:prstGeom>
        </p:spPr>
        <p:txBody>
          <a:bodyPr>
            <a:spAutoFit/>
          </a:bodyPr>
          <a:p>
            <a:r>
              <a:rPr sz="1600"/>
              <a:t>Основой HTML-документа являются теги. В соответствии с объектной моделью документа («Document Object Model», коротко DOM), каждый HTML-тег является объектом. Вложенные теги являются «детьми» родительского элемента. Текст, который находится внутри тега, также является объектом. Все эти объекты доступны при помощи JavaScript, мы можем использовать их для изменения страницы. Например, document.body – объект для тега &lt;body&gt;.</a:t>
            </a:r>
            <a:endParaRPr sz="1600"/>
          </a:p>
        </p:txBody>
      </p:sp>
      <p:sp>
        <p:nvSpPr>
          <p:cNvPr id="3" name="Text Box 2"/>
          <p:cNvSpPr txBox="1"/>
          <p:nvPr/>
        </p:nvSpPr>
        <p:spPr>
          <a:xfrm>
            <a:off x="2879090" y="4351655"/>
            <a:ext cx="6434455" cy="486410"/>
          </a:xfrm>
          <a:prstGeom prst="rect">
            <a:avLst/>
          </a:prstGeom>
        </p:spPr>
        <p:txBody>
          <a:bodyPr wrap="square">
            <a:spAutoFit/>
          </a:bodyPr>
          <a:p>
            <a:pPr marL="50800" indent="0" defTabSz="266700">
              <a:lnSpc>
                <a:spcPct val="107000"/>
              </a:lnSpc>
              <a:spcAft>
                <a:spcPct val="0"/>
              </a:spcAft>
            </a:pPr>
            <a:r>
              <a:rPr sz="2400">
                <a:solidFill>
                  <a:srgbClr val="001080"/>
                </a:solidFill>
                <a:latin typeface="Consolas"/>
                <a:ea typeface="Consolas"/>
              </a:rPr>
              <a:t>document</a:t>
            </a:r>
            <a:r>
              <a:rPr sz="2400">
                <a:solidFill>
                  <a:srgbClr val="000000"/>
                </a:solidFill>
                <a:latin typeface="Consolas"/>
                <a:ea typeface="Consolas"/>
              </a:rPr>
              <a:t>.</a:t>
            </a:r>
            <a:r>
              <a:rPr sz="2400">
                <a:solidFill>
                  <a:srgbClr val="001080"/>
                </a:solidFill>
                <a:latin typeface="Consolas"/>
                <a:ea typeface="Consolas"/>
              </a:rPr>
              <a:t>body</a:t>
            </a:r>
            <a:r>
              <a:rPr sz="2400">
                <a:solidFill>
                  <a:srgbClr val="000000"/>
                </a:solidFill>
                <a:latin typeface="Consolas"/>
                <a:ea typeface="Consolas"/>
              </a:rPr>
              <a:t>.</a:t>
            </a:r>
            <a:r>
              <a:rPr sz="2400">
                <a:solidFill>
                  <a:srgbClr val="0070C1"/>
                </a:solidFill>
                <a:latin typeface="Consolas"/>
                <a:ea typeface="Consolas"/>
              </a:rPr>
              <a:t>style</a:t>
            </a:r>
            <a:r>
              <a:rPr sz="2400">
                <a:solidFill>
                  <a:srgbClr val="000000"/>
                </a:solidFill>
                <a:latin typeface="Consolas"/>
                <a:ea typeface="Consolas"/>
              </a:rPr>
              <a:t>.</a:t>
            </a:r>
            <a:r>
              <a:rPr sz="2400">
                <a:solidFill>
                  <a:srgbClr val="001080"/>
                </a:solidFill>
                <a:latin typeface="Consolas"/>
                <a:ea typeface="Consolas"/>
              </a:rPr>
              <a:t>background</a:t>
            </a:r>
            <a:r>
              <a:rPr sz="2400">
                <a:solidFill>
                  <a:srgbClr val="000000"/>
                </a:solidFill>
                <a:latin typeface="Consolas"/>
                <a:ea typeface="Consolas"/>
              </a:rPr>
              <a:t> = </a:t>
            </a:r>
            <a:r>
              <a:rPr sz="2400">
                <a:solidFill>
                  <a:srgbClr val="A31515"/>
                </a:solidFill>
                <a:latin typeface="Consolas"/>
                <a:ea typeface="Consolas"/>
              </a:rPr>
              <a:t>'red'</a:t>
            </a:r>
            <a:r>
              <a:rPr sz="2400">
                <a:solidFill>
                  <a:srgbClr val="000000"/>
                </a:solidFill>
                <a:latin typeface="Consolas"/>
                <a:ea typeface="Consolas"/>
              </a:rPr>
              <a:t>;</a:t>
            </a:r>
            <a:endParaRPr sz="2400">
              <a:solidFill>
                <a:srgbClr val="000000"/>
              </a:solidFill>
              <a:latin typeface="Consolas"/>
              <a:ea typeface="Consolas"/>
            </a:endParaRPr>
          </a:p>
        </p:txBody>
      </p:sp>
      <p:sp>
        <p:nvSpPr>
          <p:cNvPr id="4" name="Text Box 3"/>
          <p:cNvSpPr txBox="1"/>
          <p:nvPr/>
        </p:nvSpPr>
        <p:spPr>
          <a:xfrm>
            <a:off x="6096000" y="629285"/>
            <a:ext cx="5080000" cy="2553335"/>
          </a:xfrm>
          <a:prstGeom prst="rect">
            <a:avLst/>
          </a:prstGeom>
        </p:spPr>
        <p:txBody>
          <a:bodyPr>
            <a:spAutoFit/>
          </a:bodyPr>
          <a:p>
            <a:r>
              <a:rPr sz="2000"/>
              <a:t>HTML文档的基础是标签（tags）。根据文档对象模型（Document Object Model，简称DOM），每个HTML标签都是一个对象。嵌套的标签是父元素的“子元素”。标签内的文本同样也是一个对象。</a:t>
            </a:r>
            <a:endParaRPr sz="2000"/>
          </a:p>
          <a:p>
            <a:r>
              <a:rPr sz="2000"/>
              <a:t>这些对象都可以通过JavaScript访问，我们可以使用它们来修改页面。例如，document.body 是 &lt;body&gt; 标签的对象。</a:t>
            </a:r>
            <a:endParaRPr sz="20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660400" y="1894205"/>
            <a:ext cx="5080000" cy="1322070"/>
          </a:xfrm>
          <a:prstGeom prst="rect">
            <a:avLst/>
          </a:prstGeom>
        </p:spPr>
        <p:txBody>
          <a:bodyPr>
            <a:spAutoFit/>
          </a:bodyPr>
          <a:p>
            <a:r>
              <a:rPr sz="1600"/>
              <a:t>Объектная модель документа (DOM) предоставляет доступ к HTML и XML-документам как к дереву объектов. Она позволяет изменять содержимое, структуру и стиль веб-страницы через программирование.</a:t>
            </a:r>
            <a:endParaRPr sz="1600"/>
          </a:p>
        </p:txBody>
      </p:sp>
      <p:sp>
        <p:nvSpPr>
          <p:cNvPr id="4" name="Text Box 3"/>
          <p:cNvSpPr txBox="1"/>
          <p:nvPr/>
        </p:nvSpPr>
        <p:spPr>
          <a:xfrm>
            <a:off x="6286500" y="1771967"/>
            <a:ext cx="5080000" cy="1568450"/>
          </a:xfrm>
          <a:prstGeom prst="rect">
            <a:avLst/>
          </a:prstGeom>
        </p:spPr>
        <p:txBody>
          <a:bodyPr>
            <a:spAutoFit/>
          </a:bodyPr>
          <a:p>
            <a:r>
              <a:rPr sz="2400"/>
              <a:t>文档对象模型（DOM）提供将HTML和XML文档表示为对象树的接口。通过编程，可以修改网页的内容、结构和样式。</a:t>
            </a:r>
            <a:endParaRPr sz="24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3" name="Text Box 2"/>
          <p:cNvSpPr txBox="1"/>
          <p:nvPr/>
        </p:nvSpPr>
        <p:spPr>
          <a:xfrm>
            <a:off x="546100" y="897890"/>
            <a:ext cx="7187565" cy="1322070"/>
          </a:xfrm>
          <a:prstGeom prst="rect">
            <a:avLst/>
          </a:prstGeom>
        </p:spPr>
        <p:txBody>
          <a:bodyPr wrap="square">
            <a:spAutoFit/>
          </a:bodyPr>
          <a:p>
            <a:r>
              <a:rPr sz="1600"/>
              <a:t>Узлы (Nodes):</a:t>
            </a:r>
            <a:endParaRPr sz="1600"/>
          </a:p>
          <a:p>
            <a:r>
              <a:rPr sz="1600"/>
              <a:t>Каждый элемент HTML является узлом, например:</a:t>
            </a:r>
            <a:endParaRPr sz="1600"/>
          </a:p>
          <a:p>
            <a:endParaRPr sz="1600"/>
          </a:p>
          <a:p>
            <a:r>
              <a:rPr sz="1600"/>
              <a:t>节点 (Nodes):</a:t>
            </a:r>
            <a:endParaRPr sz="1600"/>
          </a:p>
          <a:p>
            <a:r>
              <a:rPr sz="1600"/>
              <a:t>每个HTML元素都是一个节点，例如：</a:t>
            </a:r>
            <a:endParaRPr sz="1600"/>
          </a:p>
        </p:txBody>
      </p:sp>
      <p:sp>
        <p:nvSpPr>
          <p:cNvPr id="4" name="Text Box 3"/>
          <p:cNvSpPr txBox="1"/>
          <p:nvPr/>
        </p:nvSpPr>
        <p:spPr>
          <a:xfrm>
            <a:off x="3556000" y="3152775"/>
            <a:ext cx="6541135" cy="783590"/>
          </a:xfrm>
          <a:prstGeom prst="rect">
            <a:avLst/>
          </a:prstGeom>
        </p:spPr>
        <p:txBody>
          <a:bodyPr wrap="square">
            <a:spAutoFit/>
          </a:bodyPr>
          <a:p>
            <a:pPr>
              <a:lnSpc>
                <a:spcPts val="1800"/>
              </a:lnSpc>
            </a:pPr>
            <a:r>
              <a:rPr sz="2000" b="0">
                <a:solidFill>
                  <a:srgbClr val="800000"/>
                </a:solidFill>
                <a:latin typeface="Menlo" panose="020B0609030804020204"/>
                <a:ea typeface="Menlo" panose="020B0609030804020204"/>
              </a:rPr>
              <a:t>&lt;div</a:t>
            </a:r>
            <a:r>
              <a:rPr lang="en-US" sz="2000" b="0">
                <a:solidFill>
                  <a:srgbClr val="800000"/>
                </a:solidFill>
                <a:latin typeface="Menlo" panose="020B0609030804020204"/>
                <a:ea typeface="Menlo" panose="020B0609030804020204"/>
              </a:rPr>
              <a:t> </a:t>
            </a:r>
            <a:r>
              <a:rPr sz="2000" b="0">
                <a:solidFill>
                  <a:srgbClr val="E50000"/>
                </a:solidFill>
                <a:latin typeface="Menlo" panose="020B0609030804020204"/>
                <a:ea typeface="Menlo" panose="020B0609030804020204"/>
              </a:rPr>
              <a:t>id</a:t>
            </a:r>
            <a:r>
              <a:rPr sz="2000" b="0">
                <a:solidFill>
                  <a:srgbClr val="3B3B3B"/>
                </a:solidFill>
                <a:latin typeface="Menlo" panose="020B0609030804020204"/>
                <a:ea typeface="Menlo" panose="020B0609030804020204"/>
              </a:rPr>
              <a:t>=</a:t>
            </a:r>
            <a:r>
              <a:rPr sz="2000" b="0">
                <a:solidFill>
                  <a:srgbClr val="0000FF"/>
                </a:solidFill>
                <a:latin typeface="Menlo" panose="020B0609030804020204"/>
                <a:ea typeface="Menlo" panose="020B0609030804020204"/>
              </a:rPr>
              <a:t>"example"</a:t>
            </a:r>
            <a:r>
              <a:rPr sz="2000" b="0">
                <a:solidFill>
                  <a:srgbClr val="800000"/>
                </a:solidFill>
                <a:latin typeface="Menlo" panose="020B0609030804020204"/>
                <a:ea typeface="Menlo" panose="020B0609030804020204"/>
              </a:rPr>
              <a:t>&gt;</a:t>
            </a:r>
            <a:r>
              <a:rPr sz="2000" b="0">
                <a:solidFill>
                  <a:srgbClr val="3B3B3B"/>
                </a:solidFill>
                <a:latin typeface="Menlo" panose="020B0609030804020204"/>
                <a:ea typeface="Menlo" panose="020B0609030804020204"/>
              </a:rPr>
              <a:t>Пример текста</a:t>
            </a:r>
            <a:r>
              <a:rPr sz="2000" b="0">
                <a:solidFill>
                  <a:srgbClr val="800000"/>
                </a:solidFill>
                <a:latin typeface="Menlo" panose="020B0609030804020204"/>
                <a:ea typeface="Menlo" panose="020B0609030804020204"/>
              </a:rPr>
              <a:t>&lt;/div&gt;</a:t>
            </a:r>
            <a:endParaRPr sz="2000" b="0">
              <a:solidFill>
                <a:srgbClr val="800000"/>
              </a:solidFill>
              <a:latin typeface="Menlo" panose="020B0609030804020204"/>
              <a:ea typeface="Menlo" panose="020B0609030804020204"/>
            </a:endParaRPr>
          </a:p>
          <a:p>
            <a:pPr>
              <a:lnSpc>
                <a:spcPts val="1800"/>
              </a:lnSpc>
            </a:pPr>
            <a:endParaRPr sz="2000" b="0">
              <a:solidFill>
                <a:srgbClr val="800000"/>
              </a:solidFill>
              <a:latin typeface="Menlo" panose="020B0609030804020204"/>
              <a:ea typeface="Menlo" panose="020B0609030804020204"/>
            </a:endParaRPr>
          </a:p>
          <a:p>
            <a:pPr>
              <a:lnSpc>
                <a:spcPts val="1800"/>
              </a:lnSpc>
            </a:pPr>
            <a:r>
              <a:rPr sz="2000" b="0">
                <a:solidFill>
                  <a:srgbClr val="800000"/>
                </a:solidFill>
                <a:latin typeface="Menlo" panose="020B0609030804020204"/>
                <a:ea typeface="Menlo" panose="020B0609030804020204"/>
              </a:rPr>
              <a:t>&lt;div</a:t>
            </a:r>
            <a:r>
              <a:rPr lang="en-US" sz="2000" b="0">
                <a:solidFill>
                  <a:srgbClr val="800000"/>
                </a:solidFill>
                <a:latin typeface="Menlo" panose="020B0609030804020204"/>
                <a:ea typeface="Menlo" panose="020B0609030804020204"/>
              </a:rPr>
              <a:t> </a:t>
            </a:r>
            <a:r>
              <a:rPr sz="2000" b="0">
                <a:solidFill>
                  <a:srgbClr val="E50000"/>
                </a:solidFill>
                <a:latin typeface="Menlo" panose="020B0609030804020204"/>
                <a:ea typeface="Menlo" panose="020B0609030804020204"/>
              </a:rPr>
              <a:t>id</a:t>
            </a:r>
            <a:r>
              <a:rPr sz="2000" b="0">
                <a:solidFill>
                  <a:srgbClr val="3B3B3B"/>
                </a:solidFill>
                <a:latin typeface="Menlo" panose="020B0609030804020204"/>
                <a:ea typeface="Menlo" panose="020B0609030804020204"/>
              </a:rPr>
              <a:t>=</a:t>
            </a:r>
            <a:r>
              <a:rPr sz="2000" b="0">
                <a:solidFill>
                  <a:srgbClr val="0000FF"/>
                </a:solidFill>
                <a:latin typeface="Menlo" panose="020B0609030804020204"/>
                <a:ea typeface="Menlo" panose="020B0609030804020204"/>
              </a:rPr>
              <a:t>"example"</a:t>
            </a:r>
            <a:r>
              <a:rPr sz="2000" b="0">
                <a:solidFill>
                  <a:srgbClr val="800000"/>
                </a:solidFill>
                <a:latin typeface="Menlo" panose="020B0609030804020204"/>
                <a:ea typeface="Menlo" panose="020B0609030804020204"/>
              </a:rPr>
              <a:t>&gt;</a:t>
            </a:r>
            <a:r>
              <a:rPr sz="2000" b="0">
                <a:solidFill>
                  <a:srgbClr val="3B3B3B"/>
                </a:solidFill>
                <a:latin typeface="Menlo" panose="020B0609030804020204"/>
                <a:ea typeface="Menlo" panose="020B0609030804020204"/>
              </a:rPr>
              <a:t>示例文本</a:t>
            </a:r>
            <a:r>
              <a:rPr sz="2000" b="0">
                <a:solidFill>
                  <a:srgbClr val="800000"/>
                </a:solidFill>
                <a:latin typeface="Menlo" panose="020B0609030804020204"/>
                <a:ea typeface="Menlo" panose="020B0609030804020204"/>
              </a:rPr>
              <a:t>&lt;/div&gt;</a:t>
            </a:r>
            <a:endParaRPr sz="2000" b="0">
              <a:solidFill>
                <a:srgbClr val="800000"/>
              </a:solidFill>
              <a:latin typeface="Menlo" panose="020B0609030804020204"/>
              <a:ea typeface="Menlo" panose="020B0609030804020204"/>
            </a:endParaRPr>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4" name="Text Box 3"/>
          <p:cNvSpPr txBox="1"/>
          <p:nvPr/>
        </p:nvSpPr>
        <p:spPr>
          <a:xfrm>
            <a:off x="2520950" y="3429000"/>
            <a:ext cx="7149465" cy="783590"/>
          </a:xfrm>
          <a:prstGeom prst="rect">
            <a:avLst/>
          </a:prstGeom>
        </p:spPr>
        <p:txBody>
          <a:bodyPr wrap="square">
            <a:spAutoFit/>
          </a:bodyPr>
          <a:p>
            <a:pPr>
              <a:lnSpc>
                <a:spcPts val="1800"/>
              </a:lnSpc>
            </a:pPr>
            <a:r>
              <a:rPr sz="2400" b="0">
                <a:solidFill>
                  <a:srgbClr val="800000"/>
                </a:solidFill>
                <a:latin typeface="Menlo" panose="020B0609030804020204"/>
                <a:ea typeface="Menlo" panose="020B0609030804020204"/>
              </a:rPr>
              <a:t>&lt;div</a:t>
            </a:r>
            <a:r>
              <a:rPr lang="en-US" sz="2400" b="0">
                <a:solidFill>
                  <a:srgbClr val="800000"/>
                </a:solidFill>
                <a:latin typeface="Menlo" panose="020B0609030804020204"/>
                <a:ea typeface="Menlo" panose="020B0609030804020204"/>
              </a:rPr>
              <a:t> </a:t>
            </a:r>
            <a:r>
              <a:rPr sz="2400" b="0">
                <a:solidFill>
                  <a:srgbClr val="E50000"/>
                </a:solidFill>
                <a:latin typeface="Menlo" panose="020B0609030804020204"/>
                <a:ea typeface="Menlo" panose="020B0609030804020204"/>
              </a:rPr>
              <a:t>id</a:t>
            </a:r>
            <a:r>
              <a:rPr sz="2400" b="0">
                <a:solidFill>
                  <a:srgbClr val="3B3B3B"/>
                </a:solidFill>
                <a:latin typeface="Menlo" panose="020B0609030804020204"/>
                <a:ea typeface="Menlo" panose="020B0609030804020204"/>
              </a:rPr>
              <a:t>=</a:t>
            </a:r>
            <a:r>
              <a:rPr sz="2400" b="0">
                <a:solidFill>
                  <a:srgbClr val="0000FF"/>
                </a:solidFill>
                <a:latin typeface="Menlo" panose="020B0609030804020204"/>
                <a:ea typeface="Menlo" panose="020B0609030804020204"/>
              </a:rPr>
              <a:t>"example"</a:t>
            </a:r>
            <a:r>
              <a:rPr sz="2400" b="0">
                <a:solidFill>
                  <a:srgbClr val="800000"/>
                </a:solidFill>
                <a:latin typeface="Menlo" panose="020B0609030804020204"/>
                <a:ea typeface="Menlo" panose="020B0609030804020204"/>
              </a:rPr>
              <a:t>&gt;</a:t>
            </a:r>
            <a:r>
              <a:rPr sz="2400" b="0">
                <a:solidFill>
                  <a:srgbClr val="3B3B3B"/>
                </a:solidFill>
                <a:latin typeface="Menlo" panose="020B0609030804020204"/>
                <a:ea typeface="Menlo" panose="020B0609030804020204"/>
              </a:rPr>
              <a:t>Пример текста</a:t>
            </a:r>
            <a:r>
              <a:rPr sz="2400" b="0">
                <a:solidFill>
                  <a:srgbClr val="800000"/>
                </a:solidFill>
                <a:latin typeface="Menlo" panose="020B0609030804020204"/>
                <a:ea typeface="Menlo" panose="020B0609030804020204"/>
              </a:rPr>
              <a:t>&lt;/div&gt;</a:t>
            </a:r>
            <a:endParaRPr sz="2400" b="0">
              <a:solidFill>
                <a:srgbClr val="800000"/>
              </a:solidFill>
              <a:latin typeface="Menlo" panose="020B0609030804020204"/>
              <a:ea typeface="Menlo" panose="020B0609030804020204"/>
            </a:endParaRPr>
          </a:p>
          <a:p>
            <a:pPr>
              <a:lnSpc>
                <a:spcPts val="1800"/>
              </a:lnSpc>
            </a:pPr>
            <a:endParaRPr sz="2400" b="0">
              <a:solidFill>
                <a:srgbClr val="800000"/>
              </a:solidFill>
              <a:latin typeface="Menlo" panose="020B0609030804020204"/>
              <a:ea typeface="Menlo" panose="020B0609030804020204"/>
            </a:endParaRPr>
          </a:p>
          <a:p>
            <a:pPr>
              <a:lnSpc>
                <a:spcPts val="1800"/>
              </a:lnSpc>
            </a:pPr>
            <a:r>
              <a:rPr sz="2400" b="0">
                <a:solidFill>
                  <a:srgbClr val="800000"/>
                </a:solidFill>
                <a:latin typeface="Menlo" panose="020B0609030804020204"/>
                <a:ea typeface="Menlo" panose="020B0609030804020204"/>
              </a:rPr>
              <a:t>&lt;div</a:t>
            </a:r>
            <a:r>
              <a:rPr lang="en-US" sz="2400" b="0">
                <a:solidFill>
                  <a:srgbClr val="800000"/>
                </a:solidFill>
                <a:latin typeface="Menlo" panose="020B0609030804020204"/>
                <a:ea typeface="Menlo" panose="020B0609030804020204"/>
              </a:rPr>
              <a:t> </a:t>
            </a:r>
            <a:r>
              <a:rPr sz="2400" b="0">
                <a:solidFill>
                  <a:srgbClr val="E50000"/>
                </a:solidFill>
                <a:latin typeface="Menlo" panose="020B0609030804020204"/>
                <a:ea typeface="Menlo" panose="020B0609030804020204"/>
              </a:rPr>
              <a:t>id</a:t>
            </a:r>
            <a:r>
              <a:rPr sz="2400" b="0">
                <a:solidFill>
                  <a:srgbClr val="3B3B3B"/>
                </a:solidFill>
                <a:latin typeface="Menlo" panose="020B0609030804020204"/>
                <a:ea typeface="Menlo" panose="020B0609030804020204"/>
              </a:rPr>
              <a:t>=</a:t>
            </a:r>
            <a:r>
              <a:rPr sz="2400" b="0">
                <a:solidFill>
                  <a:srgbClr val="0000FF"/>
                </a:solidFill>
                <a:latin typeface="Menlo" panose="020B0609030804020204"/>
                <a:ea typeface="Menlo" panose="020B0609030804020204"/>
              </a:rPr>
              <a:t>"example"</a:t>
            </a:r>
            <a:r>
              <a:rPr sz="2400" b="0">
                <a:solidFill>
                  <a:srgbClr val="800000"/>
                </a:solidFill>
                <a:latin typeface="Menlo" panose="020B0609030804020204"/>
                <a:ea typeface="Menlo" panose="020B0609030804020204"/>
              </a:rPr>
              <a:t>&gt;</a:t>
            </a:r>
            <a:r>
              <a:rPr sz="2400" b="0">
                <a:solidFill>
                  <a:srgbClr val="3B3B3B"/>
                </a:solidFill>
                <a:latin typeface="Menlo" panose="020B0609030804020204"/>
                <a:ea typeface="Menlo" panose="020B0609030804020204"/>
              </a:rPr>
              <a:t>示例文本</a:t>
            </a:r>
            <a:r>
              <a:rPr sz="2400" b="0">
                <a:solidFill>
                  <a:srgbClr val="800000"/>
                </a:solidFill>
                <a:latin typeface="Menlo" panose="020B0609030804020204"/>
                <a:ea typeface="Menlo" panose="020B0609030804020204"/>
              </a:rPr>
              <a:t>&lt;/div&gt;</a:t>
            </a:r>
            <a:endParaRPr sz="2400" b="0">
              <a:solidFill>
                <a:srgbClr val="800000"/>
              </a:solidFill>
              <a:latin typeface="Menlo" panose="020B0609030804020204"/>
              <a:ea typeface="Menlo" panose="020B0609030804020204"/>
            </a:endParaRPr>
          </a:p>
        </p:txBody>
      </p:sp>
      <p:sp>
        <p:nvSpPr>
          <p:cNvPr id="6" name="Text Box 5"/>
          <p:cNvSpPr txBox="1"/>
          <p:nvPr/>
        </p:nvSpPr>
        <p:spPr>
          <a:xfrm>
            <a:off x="400050" y="314325"/>
            <a:ext cx="7759700" cy="2306955"/>
          </a:xfrm>
          <a:prstGeom prst="rect">
            <a:avLst/>
          </a:prstGeom>
          <a:noFill/>
        </p:spPr>
        <p:txBody>
          <a:bodyPr wrap="square" rtlCol="0">
            <a:spAutoFit/>
          </a:bodyPr>
          <a:p>
            <a:r>
              <a:rPr lang="en-US"/>
              <a:t>В этом случае:</a:t>
            </a:r>
            <a:endParaRPr lang="en-US"/>
          </a:p>
          <a:p>
            <a:r>
              <a:rPr lang="en-US"/>
              <a:t>在这种情况下：</a:t>
            </a:r>
            <a:endParaRPr lang="en-US"/>
          </a:p>
          <a:p>
            <a:endParaRPr lang="en-US"/>
          </a:p>
          <a:p>
            <a:r>
              <a:rPr lang="en-US"/>
              <a:t>Узел div — это элемент (element node).</a:t>
            </a:r>
            <a:endParaRPr lang="en-US"/>
          </a:p>
          <a:p>
            <a:r>
              <a:rPr lang="en-US"/>
              <a:t>节点 div 是一个元素节点（element node）。</a:t>
            </a:r>
            <a:endParaRPr lang="en-US"/>
          </a:p>
          <a:p>
            <a:endParaRPr lang="en-US"/>
          </a:p>
          <a:p>
            <a:r>
              <a:rPr lang="en-US"/>
              <a:t>Текст "Пример текста" — это текстовый узел (text node).</a:t>
            </a:r>
            <a:endParaRPr lang="en-US"/>
          </a:p>
          <a:p>
            <a:r>
              <a:rPr lang="en-US"/>
              <a:t>文本“示例文本”是一个文本节点（text node）。</a:t>
            </a:r>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3" name="Text Box 2"/>
          <p:cNvSpPr txBox="1"/>
          <p:nvPr/>
        </p:nvSpPr>
        <p:spPr>
          <a:xfrm>
            <a:off x="617855" y="1391920"/>
            <a:ext cx="10572115" cy="1076325"/>
          </a:xfrm>
          <a:prstGeom prst="rect">
            <a:avLst/>
          </a:prstGeom>
        </p:spPr>
        <p:txBody>
          <a:bodyPr wrap="square">
            <a:spAutoFit/>
          </a:bodyPr>
          <a:p>
            <a:r>
              <a:rPr sz="1600"/>
              <a:t>В DOM (Document Object Model) узлы (nodes) представляют собой элементы структуры HTML или XML документа. DOM — это интерфейс программирования, который предоставляет способ взаимодействия с содержимым веб-страницы. Узлы являются основными строительными блоками, с которыми работают разработчики при манипуляции с документом через JavaScript.</a:t>
            </a:r>
            <a:endParaRPr sz="1600"/>
          </a:p>
        </p:txBody>
      </p:sp>
      <p:sp>
        <p:nvSpPr>
          <p:cNvPr id="4" name="Text Box 3"/>
          <p:cNvSpPr txBox="1"/>
          <p:nvPr/>
        </p:nvSpPr>
        <p:spPr>
          <a:xfrm>
            <a:off x="681990" y="3295015"/>
            <a:ext cx="10507980" cy="1568450"/>
          </a:xfrm>
          <a:prstGeom prst="rect">
            <a:avLst/>
          </a:prstGeom>
        </p:spPr>
        <p:txBody>
          <a:bodyPr wrap="square">
            <a:spAutoFit/>
          </a:bodyPr>
          <a:p>
            <a:r>
              <a:rPr sz="2400"/>
              <a:t>在 DOM（文档对象模型，Document Object Model）中，节点（nodes） 是 HTML 或 XML 文档结构的基本单位。DOM 是一个编程接口，它提供了与网页内容交互的方法。节点是开发人员通过 JavaScript 操作文档时的核心构建块。</a:t>
            </a:r>
            <a:endParaRPr sz="24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3" name="Text Box 2"/>
          <p:cNvSpPr txBox="1"/>
          <p:nvPr/>
        </p:nvSpPr>
        <p:spPr>
          <a:xfrm>
            <a:off x="609600" y="1198245"/>
            <a:ext cx="10642600" cy="1322070"/>
          </a:xfrm>
          <a:prstGeom prst="rect">
            <a:avLst/>
          </a:prstGeom>
        </p:spPr>
        <p:txBody>
          <a:bodyPr wrap="square">
            <a:spAutoFit/>
          </a:bodyPr>
          <a:p>
            <a:r>
              <a:rPr sz="1600"/>
              <a:t>Элементы (Element nodes)</a:t>
            </a:r>
            <a:endParaRPr sz="1600"/>
          </a:p>
          <a:p>
            <a:endParaRPr sz="1600"/>
          </a:p>
          <a:p>
            <a:r>
              <a:rPr sz="1600"/>
              <a:t>Это узлы, представляющие собой HTML-теги, такие как &lt;div&gt;, &lt;a&gt;, &lt;p&gt; и т.д. Например, &lt;div&gt; является элементом, и его можно манипулировать через JavaScript, чтобы изменить стиль, класс, содержимое или атрибуты.</a:t>
            </a:r>
            <a:endParaRPr sz="1600"/>
          </a:p>
        </p:txBody>
      </p:sp>
      <p:sp>
        <p:nvSpPr>
          <p:cNvPr id="4" name="Text Box 3"/>
          <p:cNvSpPr txBox="1"/>
          <p:nvPr/>
        </p:nvSpPr>
        <p:spPr>
          <a:xfrm>
            <a:off x="609600" y="3168015"/>
            <a:ext cx="10642600" cy="1322070"/>
          </a:xfrm>
          <a:prstGeom prst="rect">
            <a:avLst/>
          </a:prstGeom>
        </p:spPr>
        <p:txBody>
          <a:bodyPr wrap="square">
            <a:spAutoFit/>
          </a:bodyPr>
          <a:p>
            <a:r>
              <a:rPr sz="2000"/>
              <a:t>元素节点（Element nodes）</a:t>
            </a:r>
            <a:endParaRPr sz="2000"/>
          </a:p>
          <a:p>
            <a:endParaRPr sz="2000"/>
          </a:p>
          <a:p>
            <a:r>
              <a:rPr sz="2000"/>
              <a:t>元素节点表示 HTML 标签，比如 &lt;div&gt;、&lt;a&gt;、&lt;p&gt; 等。例如，&lt;div&gt; 是一个元素，可以通过 JavaScript 修改其样式、类、内容或属性。</a:t>
            </a:r>
            <a:endParaRPr sz="20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3" name="Text Box 2"/>
          <p:cNvSpPr txBox="1"/>
          <p:nvPr/>
        </p:nvSpPr>
        <p:spPr>
          <a:xfrm>
            <a:off x="546100" y="1701165"/>
            <a:ext cx="10988675" cy="1014730"/>
          </a:xfrm>
          <a:prstGeom prst="rect">
            <a:avLst/>
          </a:prstGeom>
        </p:spPr>
        <p:txBody>
          <a:bodyPr wrap="square">
            <a:spAutoFit/>
          </a:bodyPr>
          <a:p>
            <a:r>
              <a:rPr sz="2000"/>
              <a:t>Текстовые узлы (Text nodes)</a:t>
            </a:r>
            <a:endParaRPr sz="2000"/>
          </a:p>
          <a:p>
            <a:r>
              <a:rPr sz="2000"/>
              <a:t>Это узлы, которые содержат текстовое содержимое внутри элементов. Например, если внутри тега &lt;p&gt; содержится текст "Привет, мир!", то этот текст будет текстовым узлом.</a:t>
            </a:r>
            <a:endParaRPr sz="2000"/>
          </a:p>
        </p:txBody>
      </p:sp>
      <p:sp>
        <p:nvSpPr>
          <p:cNvPr id="4" name="Text Box 3"/>
          <p:cNvSpPr txBox="1"/>
          <p:nvPr/>
        </p:nvSpPr>
        <p:spPr>
          <a:xfrm>
            <a:off x="546100" y="3792855"/>
            <a:ext cx="10988675" cy="1014730"/>
          </a:xfrm>
          <a:prstGeom prst="rect">
            <a:avLst/>
          </a:prstGeom>
        </p:spPr>
        <p:txBody>
          <a:bodyPr wrap="square">
            <a:spAutoFit/>
          </a:bodyPr>
          <a:p>
            <a:r>
              <a:rPr sz="2000"/>
              <a:t>文本节点（Text nodes）</a:t>
            </a:r>
            <a:endParaRPr sz="2000"/>
          </a:p>
          <a:p>
            <a:r>
              <a:rPr sz="2000"/>
              <a:t>文本节点是包含在元素内部的文本内容。例如，在 &lt;p&gt; 标签中包含文本 "你好，世界！"，该文本将作为一个文本节点。</a:t>
            </a:r>
            <a:endParaRPr sz="20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3" name="Text Box 2"/>
          <p:cNvSpPr txBox="1"/>
          <p:nvPr/>
        </p:nvSpPr>
        <p:spPr>
          <a:xfrm>
            <a:off x="660400" y="1828165"/>
            <a:ext cx="11062335" cy="1014730"/>
          </a:xfrm>
          <a:prstGeom prst="rect">
            <a:avLst/>
          </a:prstGeom>
        </p:spPr>
        <p:txBody>
          <a:bodyPr wrap="square">
            <a:spAutoFit/>
          </a:bodyPr>
          <a:p>
            <a:r>
              <a:rPr sz="2000"/>
              <a:t>Атрибуты (Attribute nodes)</a:t>
            </a:r>
            <a:endParaRPr sz="2000"/>
          </a:p>
          <a:p>
            <a:r>
              <a:rPr sz="2000"/>
              <a:t>Эти узлы представляют собой атрибуты элементов. Например, атрибут src тега &lt;img&gt; или href тега &lt;a&gt;. Атрибуты могут быть изменены с помощью JavaScript.</a:t>
            </a:r>
            <a:endParaRPr sz="2000"/>
          </a:p>
        </p:txBody>
      </p:sp>
      <p:sp>
        <p:nvSpPr>
          <p:cNvPr id="4" name="Text Box 3"/>
          <p:cNvSpPr txBox="1"/>
          <p:nvPr/>
        </p:nvSpPr>
        <p:spPr>
          <a:xfrm>
            <a:off x="660400" y="3703955"/>
            <a:ext cx="11062335" cy="1014730"/>
          </a:xfrm>
          <a:prstGeom prst="rect">
            <a:avLst/>
          </a:prstGeom>
        </p:spPr>
        <p:txBody>
          <a:bodyPr wrap="square">
            <a:spAutoFit/>
          </a:bodyPr>
          <a:p>
            <a:r>
              <a:rPr sz="2000"/>
              <a:t>属性节点（Attribute nodes）</a:t>
            </a:r>
            <a:endParaRPr sz="2000"/>
          </a:p>
          <a:p>
            <a:r>
              <a:rPr sz="2000"/>
              <a:t>属性节点表示元素的属性，例如 &lt;img&gt; 标签的 src 属性或 &lt;a&gt; 标签的 href 属性。这些属性可以通过 JavaScript 修改。</a:t>
            </a:r>
            <a:endParaRPr sz="20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3" name="Text Box 2"/>
          <p:cNvSpPr txBox="1"/>
          <p:nvPr/>
        </p:nvSpPr>
        <p:spPr>
          <a:xfrm>
            <a:off x="877570" y="1595755"/>
            <a:ext cx="10690225" cy="1198880"/>
          </a:xfrm>
          <a:prstGeom prst="rect">
            <a:avLst/>
          </a:prstGeom>
        </p:spPr>
        <p:txBody>
          <a:bodyPr wrap="square">
            <a:spAutoFit/>
          </a:bodyPr>
          <a:p>
            <a:r>
              <a:rPr sz="2400"/>
              <a:t>Документ (Document node)</a:t>
            </a:r>
            <a:endParaRPr sz="2400"/>
          </a:p>
          <a:p>
            <a:r>
              <a:rPr sz="2400"/>
              <a:t>Это корневой узел, представляющий сам документ. Он является точкой входа для всех операций с DOM.</a:t>
            </a:r>
            <a:endParaRPr sz="2400"/>
          </a:p>
        </p:txBody>
      </p:sp>
      <p:sp>
        <p:nvSpPr>
          <p:cNvPr id="4" name="Text Box 3"/>
          <p:cNvSpPr txBox="1"/>
          <p:nvPr/>
        </p:nvSpPr>
        <p:spPr>
          <a:xfrm>
            <a:off x="877570" y="3248660"/>
            <a:ext cx="10690225" cy="829945"/>
          </a:xfrm>
          <a:prstGeom prst="rect">
            <a:avLst/>
          </a:prstGeom>
        </p:spPr>
        <p:txBody>
          <a:bodyPr wrap="square">
            <a:spAutoFit/>
          </a:bodyPr>
          <a:p>
            <a:r>
              <a:rPr sz="2400"/>
              <a:t>文档节点（Document node）</a:t>
            </a:r>
            <a:endParaRPr sz="2400"/>
          </a:p>
          <a:p>
            <a:r>
              <a:rPr sz="2400"/>
              <a:t>这是表示整个文档的根节点，是进行所有 DOM 操作的入口。</a:t>
            </a:r>
            <a:endParaRPr sz="24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3" name="Text Box 2"/>
          <p:cNvSpPr txBox="1"/>
          <p:nvPr/>
        </p:nvSpPr>
        <p:spPr>
          <a:xfrm>
            <a:off x="1168400" y="1481455"/>
            <a:ext cx="10186035" cy="1014730"/>
          </a:xfrm>
          <a:prstGeom prst="rect">
            <a:avLst/>
          </a:prstGeom>
        </p:spPr>
        <p:txBody>
          <a:bodyPr wrap="square">
            <a:spAutoFit/>
          </a:bodyPr>
          <a:p>
            <a:r>
              <a:rPr sz="2000"/>
              <a:t>Корневой узел (Root node)</a:t>
            </a:r>
            <a:endParaRPr sz="2000"/>
          </a:p>
          <a:p>
            <a:r>
              <a:rPr sz="2000"/>
              <a:t>В случае HTML-документа это обычно тег &lt;html&gt;, который является корневым элементом DOM-дерева.</a:t>
            </a:r>
            <a:endParaRPr sz="2000"/>
          </a:p>
        </p:txBody>
      </p:sp>
      <p:sp>
        <p:nvSpPr>
          <p:cNvPr id="4" name="Text Box 3"/>
          <p:cNvSpPr txBox="1"/>
          <p:nvPr/>
        </p:nvSpPr>
        <p:spPr>
          <a:xfrm>
            <a:off x="1168400" y="3273425"/>
            <a:ext cx="10186035" cy="706755"/>
          </a:xfrm>
          <a:prstGeom prst="rect">
            <a:avLst/>
          </a:prstGeom>
        </p:spPr>
        <p:txBody>
          <a:bodyPr wrap="square">
            <a:spAutoFit/>
          </a:bodyPr>
          <a:p>
            <a:r>
              <a:rPr sz="2000"/>
              <a:t>根节点（Root node）</a:t>
            </a:r>
            <a:endParaRPr sz="2000"/>
          </a:p>
          <a:p>
            <a:r>
              <a:rPr sz="2000"/>
              <a:t>对于 HTML 文档，根节点通常是 &lt;html&gt; 标签，它是 DOM 树的顶层元素。</a:t>
            </a:r>
            <a:endParaRPr sz="20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3" name="Text Box 2"/>
          <p:cNvSpPr txBox="1"/>
          <p:nvPr/>
        </p:nvSpPr>
        <p:spPr>
          <a:xfrm>
            <a:off x="655320" y="1373505"/>
            <a:ext cx="5080000" cy="2887345"/>
          </a:xfrm>
          <a:prstGeom prst="rect">
            <a:avLst/>
          </a:prstGeom>
        </p:spPr>
        <p:txBody>
          <a:bodyPr>
            <a:spAutoFit/>
          </a:bodyPr>
          <a:p>
            <a:pPr>
              <a:spcAft>
                <a:spcPct val="60000"/>
              </a:spcAft>
            </a:pPr>
            <a:r>
              <a:rPr sz="2200" b="1"/>
              <a:t>Как работают узлы в DOM?</a:t>
            </a:r>
            <a:endParaRPr sz="2200" b="1"/>
          </a:p>
          <a:p>
            <a:r>
              <a:rPr sz="1600"/>
              <a:t>Когда веб-страница загружается, браузер создаёт DOM-дерево, которое отражает структуру HTML-документа. Каждый узел в этом дереве связан с определённым элементом или объектом. Разработчики могут использовать JavaScript, чтобы манипулировать этими узлами, например, изменять содержание страницы, добавлять новые элементы или удалять существующие.</a:t>
            </a:r>
            <a:endParaRPr sz="1600"/>
          </a:p>
        </p:txBody>
      </p:sp>
      <p:sp>
        <p:nvSpPr>
          <p:cNvPr id="4" name="Text Box 3"/>
          <p:cNvSpPr txBox="1"/>
          <p:nvPr/>
        </p:nvSpPr>
        <p:spPr>
          <a:xfrm>
            <a:off x="6170930" y="1373505"/>
            <a:ext cx="5080000" cy="2676525"/>
          </a:xfrm>
          <a:prstGeom prst="rect">
            <a:avLst/>
          </a:prstGeom>
        </p:spPr>
        <p:txBody>
          <a:bodyPr>
            <a:spAutoFit/>
          </a:bodyPr>
          <a:p>
            <a:pPr>
              <a:spcAft>
                <a:spcPct val="60000"/>
              </a:spcAft>
            </a:pPr>
            <a:r>
              <a:rPr sz="2800" b="1"/>
              <a:t>节点在 DOM 中如何工作？</a:t>
            </a:r>
            <a:endParaRPr sz="2800" b="1"/>
          </a:p>
          <a:p>
            <a:r>
              <a:rPr sz="2000"/>
              <a:t>当网页加载时，浏览器会创建一个 DOM 树，用于表示 HTML 文档的结构。树中的每个节点都对应于一个特定的元素或对象。开发人员可以使用 JavaScript 操作这些节点，例如更改页面内容、添加新元素或删除现有元素。</a:t>
            </a:r>
            <a:endParaRPr sz="20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381000" y="2228850"/>
            <a:ext cx="7099300" cy="2399665"/>
          </a:xfrm>
          <a:prstGeom prst="rect">
            <a:avLst/>
          </a:prstGeom>
        </p:spPr>
        <p:txBody>
          <a:bodyPr wrap="square">
            <a:spAutoFit/>
          </a:bodyPr>
          <a:p>
            <a:pPr>
              <a:lnSpc>
                <a:spcPts val="1800"/>
              </a:lnSpc>
            </a:pPr>
            <a:r>
              <a:rPr sz="1600" b="0">
                <a:solidFill>
                  <a:srgbClr val="800000"/>
                </a:solidFill>
                <a:latin typeface="Menlo" panose="020B0609030804020204"/>
                <a:ea typeface="Menlo" panose="020B0609030804020204"/>
              </a:rPr>
              <a:t>&lt;!DOCTYPE html&gt;</a:t>
            </a:r>
            <a:endParaRPr sz="1600" b="0">
              <a:solidFill>
                <a:srgbClr val="800000"/>
              </a:solidFill>
              <a:latin typeface="Menlo" panose="020B0609030804020204"/>
              <a:ea typeface="Menlo" panose="020B0609030804020204"/>
            </a:endParaRPr>
          </a:p>
          <a:p>
            <a:pPr>
              <a:lnSpc>
                <a:spcPts val="1800"/>
              </a:lnSpc>
            </a:pPr>
            <a:r>
              <a:rPr sz="1600" b="0">
                <a:solidFill>
                  <a:srgbClr val="800000"/>
                </a:solidFill>
                <a:latin typeface="Menlo" panose="020B0609030804020204"/>
                <a:ea typeface="Menlo" panose="020B0609030804020204"/>
              </a:rPr>
              <a:t>&lt;html&gt;</a:t>
            </a:r>
            <a:endParaRPr sz="1600" b="0">
              <a:solidFill>
                <a:srgbClr val="800000"/>
              </a:solidFill>
              <a:latin typeface="Menlo" panose="020B0609030804020204"/>
              <a:ea typeface="Menlo" panose="020B0609030804020204"/>
            </a:endParaRPr>
          </a:p>
          <a:p>
            <a:pPr indent="457200">
              <a:lnSpc>
                <a:spcPts val="1800"/>
              </a:lnSpc>
            </a:pPr>
            <a:r>
              <a:rPr sz="1600" b="0">
                <a:solidFill>
                  <a:srgbClr val="800000"/>
                </a:solidFill>
                <a:latin typeface="Menlo" panose="020B0609030804020204"/>
                <a:ea typeface="Menlo" panose="020B0609030804020204"/>
              </a:rPr>
              <a:t>&lt;head&gt;</a:t>
            </a:r>
            <a:endParaRPr sz="1600" b="0">
              <a:solidFill>
                <a:srgbClr val="800000"/>
              </a:solidFill>
              <a:latin typeface="Menlo" panose="020B0609030804020204"/>
              <a:ea typeface="Menlo" panose="020B0609030804020204"/>
            </a:endParaRPr>
          </a:p>
          <a:p>
            <a:pPr marL="457200" lvl="1" indent="457200">
              <a:lnSpc>
                <a:spcPts val="1800"/>
              </a:lnSpc>
            </a:pPr>
            <a:r>
              <a:rPr sz="1600" b="0">
                <a:solidFill>
                  <a:srgbClr val="800000"/>
                </a:solidFill>
                <a:latin typeface="Menlo" panose="020B0609030804020204"/>
                <a:ea typeface="Menlo" panose="020B0609030804020204"/>
              </a:rPr>
              <a:t>&lt;title&gt;Мой сайт&lt;/title&gt;</a:t>
            </a:r>
            <a:endParaRPr sz="1600" b="0">
              <a:solidFill>
                <a:srgbClr val="800000"/>
              </a:solidFill>
              <a:latin typeface="Menlo" panose="020B0609030804020204"/>
              <a:ea typeface="Menlo" panose="020B0609030804020204"/>
            </a:endParaRPr>
          </a:p>
          <a:p>
            <a:pPr indent="457200">
              <a:lnSpc>
                <a:spcPts val="1800"/>
              </a:lnSpc>
            </a:pPr>
            <a:r>
              <a:rPr sz="1600" b="0">
                <a:solidFill>
                  <a:srgbClr val="800000"/>
                </a:solidFill>
                <a:latin typeface="Menlo" panose="020B0609030804020204"/>
                <a:ea typeface="Menlo" panose="020B0609030804020204"/>
              </a:rPr>
              <a:t>&lt;/head&gt;</a:t>
            </a:r>
            <a:endParaRPr sz="1600" b="0">
              <a:solidFill>
                <a:srgbClr val="800000"/>
              </a:solidFill>
              <a:latin typeface="Menlo" panose="020B0609030804020204"/>
              <a:ea typeface="Menlo" panose="020B0609030804020204"/>
            </a:endParaRPr>
          </a:p>
          <a:p>
            <a:pPr indent="457200">
              <a:lnSpc>
                <a:spcPts val="1800"/>
              </a:lnSpc>
            </a:pPr>
            <a:r>
              <a:rPr sz="1600" b="0">
                <a:solidFill>
                  <a:srgbClr val="800000"/>
                </a:solidFill>
                <a:latin typeface="Menlo" panose="020B0609030804020204"/>
                <a:ea typeface="Menlo" panose="020B0609030804020204"/>
              </a:rPr>
              <a:t>&lt;body&gt;</a:t>
            </a:r>
            <a:endParaRPr sz="1600" b="0">
              <a:solidFill>
                <a:srgbClr val="800000"/>
              </a:solidFill>
              <a:latin typeface="Menlo" panose="020B0609030804020204"/>
              <a:ea typeface="Menlo" panose="020B0609030804020204"/>
            </a:endParaRPr>
          </a:p>
          <a:p>
            <a:pPr marL="457200" lvl="1" indent="457200">
              <a:lnSpc>
                <a:spcPts val="1800"/>
              </a:lnSpc>
            </a:pPr>
            <a:r>
              <a:rPr sz="1600" b="0">
                <a:solidFill>
                  <a:srgbClr val="800000"/>
                </a:solidFill>
                <a:latin typeface="Menlo" panose="020B0609030804020204"/>
                <a:ea typeface="Menlo" panose="020B0609030804020204"/>
              </a:rPr>
              <a:t>&lt;p&gt;Привет, мир!&lt;/p&gt;</a:t>
            </a:r>
            <a:endParaRPr sz="1600" b="0">
              <a:solidFill>
                <a:srgbClr val="800000"/>
              </a:solidFill>
              <a:latin typeface="Menlo" panose="020B0609030804020204"/>
              <a:ea typeface="Menlo" panose="020B0609030804020204"/>
            </a:endParaRPr>
          </a:p>
          <a:p>
            <a:pPr marL="457200" lvl="1" indent="457200">
              <a:lnSpc>
                <a:spcPts val="1800"/>
              </a:lnSpc>
            </a:pPr>
            <a:r>
              <a:rPr sz="1600" b="0">
                <a:solidFill>
                  <a:srgbClr val="800000"/>
                </a:solidFill>
                <a:latin typeface="Menlo" panose="020B0609030804020204"/>
                <a:ea typeface="Menlo" panose="020B0609030804020204"/>
              </a:rPr>
              <a:t>&lt;div id="myDiv"&gt;Это мой div&lt;/div&gt;</a:t>
            </a:r>
            <a:endParaRPr sz="1600" b="0">
              <a:solidFill>
                <a:srgbClr val="800000"/>
              </a:solidFill>
              <a:latin typeface="Menlo" panose="020B0609030804020204"/>
              <a:ea typeface="Menlo" panose="020B0609030804020204"/>
            </a:endParaRPr>
          </a:p>
          <a:p>
            <a:pPr indent="457200">
              <a:lnSpc>
                <a:spcPts val="1800"/>
              </a:lnSpc>
            </a:pPr>
            <a:r>
              <a:rPr sz="1600" b="0">
                <a:solidFill>
                  <a:srgbClr val="800000"/>
                </a:solidFill>
                <a:latin typeface="Menlo" panose="020B0609030804020204"/>
                <a:ea typeface="Menlo" panose="020B0609030804020204"/>
              </a:rPr>
              <a:t>&lt;/body&gt;</a:t>
            </a:r>
            <a:endParaRPr sz="1600" b="0">
              <a:solidFill>
                <a:srgbClr val="800000"/>
              </a:solidFill>
              <a:latin typeface="Menlo" panose="020B0609030804020204"/>
              <a:ea typeface="Menlo" panose="020B0609030804020204"/>
            </a:endParaRPr>
          </a:p>
          <a:p>
            <a:pPr>
              <a:lnSpc>
                <a:spcPts val="1800"/>
              </a:lnSpc>
            </a:pPr>
            <a:r>
              <a:rPr sz="1600" b="0">
                <a:solidFill>
                  <a:srgbClr val="800000"/>
                </a:solidFill>
                <a:latin typeface="Menlo" panose="020B0609030804020204"/>
                <a:ea typeface="Menlo" panose="020B0609030804020204"/>
              </a:rPr>
              <a:t>&lt;/html&gt;</a:t>
            </a:r>
            <a:endParaRPr sz="1600" b="0">
              <a:solidFill>
                <a:srgbClr val="800000"/>
              </a:solidFill>
              <a:latin typeface="Menlo" panose="020B0609030804020204"/>
              <a:ea typeface="Menlo" panose="020B0609030804020204"/>
            </a:endParaRPr>
          </a:p>
        </p:txBody>
      </p:sp>
      <p:sp>
        <p:nvSpPr>
          <p:cNvPr id="5" name="Text Box 4"/>
          <p:cNvSpPr txBox="1"/>
          <p:nvPr/>
        </p:nvSpPr>
        <p:spPr>
          <a:xfrm>
            <a:off x="5270500" y="1568450"/>
            <a:ext cx="5651500" cy="3969385"/>
          </a:xfrm>
          <a:prstGeom prst="rect">
            <a:avLst/>
          </a:prstGeom>
          <a:noFill/>
        </p:spPr>
        <p:txBody>
          <a:bodyPr wrap="square" rtlCol="0">
            <a:spAutoFit/>
          </a:bodyPr>
          <a:p>
            <a:r>
              <a:rPr lang="en-US"/>
              <a:t>В этом примере DOM будет выглядеть так:</a:t>
            </a:r>
            <a:endParaRPr lang="en-US"/>
          </a:p>
          <a:p>
            <a:r>
              <a:rPr lang="en-US"/>
              <a:t>在此示例中，DOM 树结构如下：</a:t>
            </a:r>
            <a:endParaRPr lang="en-US"/>
          </a:p>
          <a:p>
            <a:endParaRPr lang="en-US"/>
          </a:p>
          <a:p>
            <a:r>
              <a:rPr lang="en-US"/>
              <a:t>Document (</a:t>
            </a:r>
            <a:r>
              <a:rPr>
                <a:sym typeface="+mn-ea"/>
              </a:rPr>
              <a:t>Root node</a:t>
            </a:r>
            <a:r>
              <a:rPr lang="en-US"/>
              <a:t>)</a:t>
            </a:r>
            <a:endParaRPr lang="en-US"/>
          </a:p>
          <a:p>
            <a:pPr indent="457200"/>
            <a:r>
              <a:rPr lang="en-US"/>
              <a:t>Element: &lt;html&gt;</a:t>
            </a:r>
            <a:endParaRPr lang="en-US"/>
          </a:p>
          <a:p>
            <a:pPr marL="914400" lvl="2" indent="457200"/>
            <a:r>
              <a:rPr lang="en-US"/>
              <a:t>Element: &lt;head&gt;</a:t>
            </a:r>
            <a:endParaRPr lang="en-US"/>
          </a:p>
          <a:p>
            <a:pPr marL="1371600" lvl="3" indent="457200"/>
            <a:r>
              <a:rPr lang="en-US"/>
              <a:t>Element: &lt;title&gt;</a:t>
            </a:r>
            <a:endParaRPr lang="en-US"/>
          </a:p>
          <a:p>
            <a:pPr marL="1828800" lvl="4" indent="457200"/>
            <a:r>
              <a:rPr lang="en-US"/>
              <a:t>Text: Мой сайт</a:t>
            </a:r>
            <a:endParaRPr lang="en-US"/>
          </a:p>
          <a:p>
            <a:pPr marL="914400" lvl="2" indent="457200"/>
            <a:r>
              <a:rPr lang="en-US"/>
              <a:t>Element: &lt;body&gt;</a:t>
            </a:r>
            <a:endParaRPr lang="en-US"/>
          </a:p>
          <a:p>
            <a:pPr marL="1371600" lvl="3" indent="457200"/>
            <a:r>
              <a:rPr lang="en-US"/>
              <a:t>Element: &lt;p&gt;</a:t>
            </a:r>
            <a:endParaRPr lang="en-US"/>
          </a:p>
          <a:p>
            <a:pPr marL="1828800" lvl="4" indent="457200"/>
            <a:r>
              <a:rPr lang="en-US"/>
              <a:t>Text: Привет, мир!</a:t>
            </a:r>
            <a:endParaRPr lang="en-US"/>
          </a:p>
          <a:p>
            <a:pPr marL="1371600" lvl="3" indent="457200"/>
            <a:r>
              <a:rPr lang="en-US"/>
              <a:t>Element: &lt;div&gt;</a:t>
            </a:r>
            <a:endParaRPr lang="en-US"/>
          </a:p>
          <a:p>
            <a:pPr marL="1828800" lvl="4" indent="457200"/>
            <a:r>
              <a:rPr lang="en-US"/>
              <a:t>Text: Это мой div</a:t>
            </a:r>
            <a:endParaRPr lang="en-US"/>
          </a:p>
          <a:p>
            <a:pPr marL="1828800" lvl="4" indent="457200"/>
            <a:r>
              <a:rPr lang="en-US"/>
              <a:t>Attribute: id="myDiv"</a:t>
            </a:r>
            <a:endParaRPr lang="en-US"/>
          </a:p>
        </p:txBody>
      </p:sp>
      <p:sp>
        <p:nvSpPr>
          <p:cNvPr id="8" name="Text Box 7"/>
          <p:cNvSpPr txBox="1"/>
          <p:nvPr/>
        </p:nvSpPr>
        <p:spPr>
          <a:xfrm>
            <a:off x="5270500" y="355600"/>
            <a:ext cx="6096000" cy="583565"/>
          </a:xfrm>
          <a:prstGeom prst="rect">
            <a:avLst/>
          </a:prstGeom>
          <a:noFill/>
        </p:spPr>
        <p:txBody>
          <a:bodyPr wrap="square" rtlCol="0" anchor="t">
            <a:spAutoFit/>
          </a:bodyPr>
          <a:p>
            <a:pPr algn="r"/>
            <a:r>
              <a:rPr sz="1600">
                <a:sym typeface="+mn-ea"/>
              </a:rPr>
              <a:t>Основные элементы DOM</a:t>
            </a:r>
            <a:endParaRPr sz="1600"/>
          </a:p>
          <a:p>
            <a:pPr algn="r"/>
            <a:r>
              <a:rPr sz="1600">
                <a:sym typeface="+mn-ea"/>
              </a:rPr>
              <a:t>DOM的基本元素</a:t>
            </a:r>
            <a:endParaRPr lang="en-US" sz="1600">
              <a:sym typeface="+mn-ea"/>
            </a:endParaRPr>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3" name="Text Box 2"/>
          <p:cNvSpPr txBox="1"/>
          <p:nvPr/>
        </p:nvSpPr>
        <p:spPr>
          <a:xfrm>
            <a:off x="800100" y="1445895"/>
            <a:ext cx="10626090" cy="1014730"/>
          </a:xfrm>
          <a:prstGeom prst="rect">
            <a:avLst/>
          </a:prstGeom>
        </p:spPr>
        <p:txBody>
          <a:bodyPr wrap="square">
            <a:spAutoFit/>
          </a:bodyPr>
          <a:p>
            <a:r>
              <a:rPr sz="2000"/>
              <a:t>Узлы в DOM — это основа взаимодействия с веб-документами. Манипулирование этими узлами позволяет создавать динамичные веб-страницы, изменяя их структуру и внешний вид в реальном времени.</a:t>
            </a:r>
            <a:endParaRPr sz="2000"/>
          </a:p>
        </p:txBody>
      </p:sp>
      <p:sp>
        <p:nvSpPr>
          <p:cNvPr id="4" name="Text Box 3"/>
          <p:cNvSpPr txBox="1"/>
          <p:nvPr/>
        </p:nvSpPr>
        <p:spPr>
          <a:xfrm>
            <a:off x="800100" y="3314700"/>
            <a:ext cx="10626090" cy="829945"/>
          </a:xfrm>
          <a:prstGeom prst="rect">
            <a:avLst/>
          </a:prstGeom>
        </p:spPr>
        <p:txBody>
          <a:bodyPr wrap="square">
            <a:spAutoFit/>
          </a:bodyPr>
          <a:p>
            <a:r>
              <a:rPr sz="2400"/>
              <a:t>DOM 中的节点是与网页文档交互的基础。操作这些节点可以创建动态网页，实时更改其结构和外观。</a:t>
            </a:r>
            <a:endParaRPr sz="24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5" name="Text Box 4"/>
          <p:cNvSpPr txBox="1"/>
          <p:nvPr/>
        </p:nvSpPr>
        <p:spPr>
          <a:xfrm>
            <a:off x="317500" y="1239838"/>
            <a:ext cx="5335905" cy="829945"/>
          </a:xfrm>
          <a:prstGeom prst="rect">
            <a:avLst/>
          </a:prstGeom>
        </p:spPr>
        <p:txBody>
          <a:bodyPr wrap="square">
            <a:spAutoFit/>
          </a:bodyPr>
          <a:p>
            <a:r>
              <a:rPr sz="1600"/>
              <a:t>Метод getElementById позволяет получить элемент DOM по его уникальному идентификатору (ID). Он возвращает только первый элемент с указанным ID.</a:t>
            </a:r>
            <a:endParaRPr sz="1600"/>
          </a:p>
        </p:txBody>
      </p:sp>
      <p:sp>
        <p:nvSpPr>
          <p:cNvPr id="6" name="Text Box 5"/>
          <p:cNvSpPr txBox="1"/>
          <p:nvPr/>
        </p:nvSpPr>
        <p:spPr>
          <a:xfrm>
            <a:off x="6368415" y="1239838"/>
            <a:ext cx="5080000" cy="1014730"/>
          </a:xfrm>
          <a:prstGeom prst="rect">
            <a:avLst/>
          </a:prstGeom>
        </p:spPr>
        <p:txBody>
          <a:bodyPr>
            <a:spAutoFit/>
          </a:bodyPr>
          <a:p>
            <a:r>
              <a:rPr sz="2000"/>
              <a:t>getElementById方法允许通过元素的唯一标识符（ID）获取DOM元素。它仅返回具有指定ID的第一个元素。</a:t>
            </a:r>
            <a:endParaRPr sz="2000"/>
          </a:p>
        </p:txBody>
      </p:sp>
      <p:sp>
        <p:nvSpPr>
          <p:cNvPr id="8" name="Text Box 7"/>
          <p:cNvSpPr txBox="1"/>
          <p:nvPr/>
        </p:nvSpPr>
        <p:spPr>
          <a:xfrm>
            <a:off x="1753235" y="3132455"/>
            <a:ext cx="8686165" cy="1938020"/>
          </a:xfrm>
          <a:prstGeom prst="rect">
            <a:avLst/>
          </a:prstGeom>
        </p:spPr>
        <p:txBody>
          <a:bodyPr wrap="square">
            <a:spAutoFit/>
          </a:bodyPr>
          <a:p>
            <a:pPr marL="0" indent="0" algn="l" defTabSz="266700">
              <a:lnSpc>
                <a:spcPts val="1800"/>
              </a:lnSpc>
              <a:spcAft>
                <a:spcPct val="0"/>
              </a:spcAft>
            </a:pPr>
            <a:r>
              <a:rPr sz="1600" b="0">
                <a:solidFill>
                  <a:srgbClr val="800000"/>
                </a:solidFill>
                <a:latin typeface="Menlo" panose="020B0609030804020204"/>
                <a:ea typeface="Menlo" panose="020B0609030804020204"/>
              </a:rPr>
              <a:t>&lt;body&gt;</a:t>
            </a:r>
            <a:endParaRPr sz="1600" b="0">
              <a:solidFill>
                <a:srgbClr val="8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800000"/>
                </a:solidFill>
                <a:latin typeface="Menlo" panose="020B0609030804020204"/>
                <a:ea typeface="Menlo" panose="020B0609030804020204"/>
              </a:rPr>
              <a:t>&lt;div</a:t>
            </a:r>
            <a:r>
              <a:rPr sz="1600" b="0">
                <a:solidFill>
                  <a:srgbClr val="3B3B3B"/>
                </a:solidFill>
                <a:latin typeface="Menlo" panose="020B0609030804020204"/>
                <a:ea typeface="Menlo" panose="020B0609030804020204"/>
              </a:rPr>
              <a:t> </a:t>
            </a:r>
            <a:r>
              <a:rPr sz="1600" b="0">
                <a:solidFill>
                  <a:srgbClr val="E50000"/>
                </a:solidFill>
                <a:latin typeface="Menlo" panose="020B0609030804020204"/>
                <a:ea typeface="Menlo" panose="020B0609030804020204"/>
              </a:rPr>
              <a:t>id</a:t>
            </a:r>
            <a:r>
              <a:rPr sz="1600" b="0">
                <a:solidFill>
                  <a:srgbClr val="3B3B3B"/>
                </a:solidFill>
                <a:latin typeface="Menlo" panose="020B0609030804020204"/>
                <a:ea typeface="Menlo" panose="020B0609030804020204"/>
              </a:rPr>
              <a:t>=</a:t>
            </a:r>
            <a:r>
              <a:rPr sz="1600" b="0">
                <a:solidFill>
                  <a:srgbClr val="0000FF"/>
                </a:solidFill>
                <a:latin typeface="Menlo" panose="020B0609030804020204"/>
                <a:ea typeface="Menlo" panose="020B0609030804020204"/>
              </a:rPr>
              <a:t>"myElement"</a:t>
            </a:r>
            <a:r>
              <a:rPr sz="1600" b="0">
                <a:solidFill>
                  <a:srgbClr val="800000"/>
                </a:solidFill>
                <a:latin typeface="Menlo" panose="020B0609030804020204"/>
                <a:ea typeface="Menlo" panose="020B0609030804020204"/>
              </a:rPr>
              <a:t>&gt;</a:t>
            </a:r>
            <a:r>
              <a:rPr sz="1600" b="0">
                <a:solidFill>
                  <a:srgbClr val="3B3B3B"/>
                </a:solidFill>
                <a:latin typeface="Menlo" panose="020B0609030804020204"/>
                <a:ea typeface="Menlo" panose="020B0609030804020204"/>
              </a:rPr>
              <a:t>Привет, мир!</a:t>
            </a:r>
            <a:r>
              <a:rPr sz="1600" b="0">
                <a:solidFill>
                  <a:srgbClr val="800000"/>
                </a:solidFill>
                <a:latin typeface="Menlo" panose="020B0609030804020204"/>
                <a:ea typeface="Menlo" panose="020B0609030804020204"/>
              </a:rPr>
              <a:t>&lt;/div&gt;</a:t>
            </a:r>
            <a:endParaRPr sz="1600" b="0">
              <a:solidFill>
                <a:srgbClr val="8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3B3B3B"/>
                </a:solidFill>
                <a:latin typeface="Menlo" panose="020B0609030804020204"/>
                <a:ea typeface="Menlo" panose="020B0609030804020204"/>
              </a:rPr>
              <a:t> </a:t>
            </a:r>
            <a:endParaRPr sz="1600" b="0">
              <a:solidFill>
                <a:srgbClr val="3B3B3B"/>
              </a:solidFill>
              <a:latin typeface="Menlo" panose="020B0609030804020204"/>
              <a:ea typeface="Menlo" panose="020B0609030804020204"/>
            </a:endParaRPr>
          </a:p>
          <a:p>
            <a:pPr marL="457200" lvl="1" indent="0" algn="l" defTabSz="266700">
              <a:lnSpc>
                <a:spcPts val="1800"/>
              </a:lnSpc>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a:p>
            <a:pPr marL="914400" lvl="2" indent="0" algn="l" defTabSz="266700">
              <a:lnSpc>
                <a:spcPts val="1800"/>
              </a:lnSpc>
              <a:spcAft>
                <a:spcPct val="0"/>
              </a:spcAft>
            </a:pPr>
            <a:r>
              <a:rPr sz="1600" b="0">
                <a:solidFill>
                  <a:srgbClr val="0000FF"/>
                </a:solidFill>
                <a:latin typeface="Menlo" panose="020B0609030804020204"/>
                <a:ea typeface="Menlo" panose="020B0609030804020204"/>
              </a:rPr>
              <a:t>let</a:t>
            </a:r>
            <a:r>
              <a:rPr sz="1600" b="0">
                <a:solidFill>
                  <a:srgbClr val="000000"/>
                </a:solidFill>
                <a:latin typeface="Menlo" panose="020B0609030804020204"/>
                <a:ea typeface="Menlo" panose="020B0609030804020204"/>
              </a:rPr>
              <a:t> </a:t>
            </a:r>
            <a:r>
              <a:rPr sz="1600" b="0">
                <a:solidFill>
                  <a:srgbClr val="001080"/>
                </a:solidFill>
                <a:latin typeface="Menlo" panose="020B0609030804020204"/>
                <a:ea typeface="Menlo" panose="020B0609030804020204"/>
              </a:rPr>
              <a:t>element</a:t>
            </a:r>
            <a:r>
              <a:rPr sz="1600" b="0">
                <a:solidFill>
                  <a:srgbClr val="000000"/>
                </a:solidFill>
                <a:latin typeface="Menlo" panose="020B0609030804020204"/>
                <a:ea typeface="Menlo" panose="020B0609030804020204"/>
              </a:rPr>
              <a:t> = </a:t>
            </a:r>
            <a:r>
              <a:rPr sz="1600" b="0">
                <a:solidFill>
                  <a:srgbClr val="001080"/>
                </a:solidFill>
                <a:latin typeface="Menlo" panose="020B0609030804020204"/>
                <a:ea typeface="Menlo" panose="020B0609030804020204"/>
              </a:rPr>
              <a:t>document</a:t>
            </a:r>
            <a:r>
              <a:rPr sz="1600" b="0">
                <a:solidFill>
                  <a:srgbClr val="000000"/>
                </a:solidFill>
                <a:latin typeface="Menlo" panose="020B0609030804020204"/>
                <a:ea typeface="Menlo" panose="020B0609030804020204"/>
              </a:rPr>
              <a:t>.</a:t>
            </a:r>
            <a:r>
              <a:rPr sz="1600" b="0">
                <a:solidFill>
                  <a:srgbClr val="795E26"/>
                </a:solidFill>
                <a:latin typeface="Menlo" panose="020B0609030804020204"/>
                <a:ea typeface="Menlo" panose="020B0609030804020204"/>
              </a:rPr>
              <a:t>getElementById</a:t>
            </a:r>
            <a:r>
              <a:rPr sz="1600" b="0">
                <a:solidFill>
                  <a:srgbClr val="000000"/>
                </a:solidFill>
                <a:latin typeface="Menlo" panose="020B0609030804020204"/>
                <a:ea typeface="Menlo" panose="020B0609030804020204"/>
              </a:rPr>
              <a:t>(</a:t>
            </a:r>
            <a:r>
              <a:rPr sz="1600" b="0">
                <a:solidFill>
                  <a:srgbClr val="A31515"/>
                </a:solidFill>
                <a:latin typeface="Menlo" panose="020B0609030804020204"/>
                <a:ea typeface="Menlo" panose="020B0609030804020204"/>
              </a:rPr>
              <a:t>"myElement"</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914400" lvl="2" indent="0" algn="l" defTabSz="266700">
              <a:lnSpc>
                <a:spcPts val="1800"/>
              </a:lnSpc>
              <a:spcAft>
                <a:spcPct val="0"/>
              </a:spcAft>
            </a:pPr>
            <a:r>
              <a:rPr sz="1600" b="0">
                <a:solidFill>
                  <a:srgbClr val="001080"/>
                </a:solidFill>
                <a:latin typeface="Menlo" panose="020B0609030804020204"/>
                <a:ea typeface="Menlo" panose="020B0609030804020204"/>
              </a:rPr>
              <a:t>console</a:t>
            </a:r>
            <a:r>
              <a:rPr sz="1600" b="0">
                <a:solidFill>
                  <a:srgbClr val="000000"/>
                </a:solidFill>
                <a:latin typeface="Menlo" panose="020B0609030804020204"/>
                <a:ea typeface="Menlo" panose="020B0609030804020204"/>
              </a:rPr>
              <a:t>.</a:t>
            </a:r>
            <a:r>
              <a:rPr sz="1600" b="0">
                <a:solidFill>
                  <a:srgbClr val="795E26"/>
                </a:solidFill>
                <a:latin typeface="Menlo" panose="020B0609030804020204"/>
                <a:ea typeface="Menlo" panose="020B0609030804020204"/>
              </a:rPr>
              <a:t>log</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element</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innerHTML</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&lt;/body&gt;</a:t>
            </a:r>
            <a:endParaRPr sz="1600" b="0">
              <a:solidFill>
                <a:srgbClr val="800000"/>
              </a:solidFill>
              <a:latin typeface="Menlo" panose="020B0609030804020204"/>
              <a:ea typeface="Menlo" panose="020B0609030804020204"/>
            </a:endParaRPr>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5" name="Text Box 4"/>
          <p:cNvSpPr txBox="1"/>
          <p:nvPr/>
        </p:nvSpPr>
        <p:spPr>
          <a:xfrm>
            <a:off x="457200" y="541655"/>
            <a:ext cx="6754495" cy="1076325"/>
          </a:xfrm>
          <a:prstGeom prst="rect">
            <a:avLst/>
          </a:prstGeom>
        </p:spPr>
        <p:txBody>
          <a:bodyPr wrap="square">
            <a:spAutoFit/>
          </a:bodyPr>
          <a:p>
            <a:r>
              <a:rPr sz="1600"/>
              <a:t>element.innerHTML</a:t>
            </a:r>
            <a:endParaRPr sz="1600"/>
          </a:p>
          <a:p>
            <a:endParaRPr sz="1600"/>
          </a:p>
          <a:p>
            <a:r>
              <a:rPr sz="1600"/>
              <a:t>(Получает или устанавливает HTML-содержимое элемента)</a:t>
            </a:r>
            <a:endParaRPr sz="1600"/>
          </a:p>
          <a:p>
            <a:r>
              <a:rPr sz="1600"/>
              <a:t>(获取或设置元素的HTML内容)</a:t>
            </a:r>
            <a:endParaRPr sz="1600"/>
          </a:p>
        </p:txBody>
      </p:sp>
      <p:sp>
        <p:nvSpPr>
          <p:cNvPr id="7" name="Text Box 6"/>
          <p:cNvSpPr txBox="1"/>
          <p:nvPr/>
        </p:nvSpPr>
        <p:spPr>
          <a:xfrm>
            <a:off x="1744345" y="2799080"/>
            <a:ext cx="8305165" cy="1260475"/>
          </a:xfrm>
          <a:prstGeom prst="rect">
            <a:avLst/>
          </a:prstGeom>
        </p:spPr>
        <p:txBody>
          <a:bodyPr wrap="square">
            <a:spAutoFit/>
          </a:bodyPr>
          <a:p>
            <a:pPr marL="0" indent="0" algn="l" defTabSz="266700">
              <a:lnSpc>
                <a:spcPts val="1800"/>
              </a:lnSpc>
              <a:spcAft>
                <a:spcPct val="0"/>
              </a:spcAft>
            </a:pPr>
            <a:r>
              <a:rPr sz="1600" b="0">
                <a:solidFill>
                  <a:srgbClr val="800000"/>
                </a:solidFill>
                <a:latin typeface="Menlo" panose="020B0609030804020204"/>
                <a:ea typeface="Menlo" panose="020B0609030804020204"/>
              </a:rPr>
              <a:t>&lt;</a:t>
            </a:r>
            <a:r>
              <a:rPr lang="en-US" sz="1600" b="0">
                <a:solidFill>
                  <a:srgbClr val="800000"/>
                </a:solidFill>
                <a:latin typeface="Menlo" panose="020B0609030804020204"/>
                <a:ea typeface="Menlo" panose="020B0609030804020204"/>
              </a:rPr>
              <a:t>p </a:t>
            </a:r>
            <a:r>
              <a:rPr sz="1600" b="0">
                <a:solidFill>
                  <a:srgbClr val="E50000"/>
                </a:solidFill>
                <a:latin typeface="Menlo" panose="020B0609030804020204"/>
                <a:ea typeface="Menlo" panose="020B0609030804020204"/>
              </a:rPr>
              <a:t>id</a:t>
            </a:r>
            <a:r>
              <a:rPr sz="1600" b="0">
                <a:solidFill>
                  <a:srgbClr val="3B3B3B"/>
                </a:solidFill>
                <a:latin typeface="Menlo" panose="020B0609030804020204"/>
                <a:ea typeface="Menlo" panose="020B0609030804020204"/>
              </a:rPr>
              <a:t>=</a:t>
            </a:r>
            <a:r>
              <a:rPr sz="1600" b="0">
                <a:solidFill>
                  <a:srgbClr val="0000FF"/>
                </a:solidFill>
                <a:latin typeface="Menlo" panose="020B0609030804020204"/>
                <a:ea typeface="Menlo" panose="020B0609030804020204"/>
              </a:rPr>
              <a:t>"myElement"</a:t>
            </a:r>
            <a:r>
              <a:rPr sz="1600" b="0">
                <a:solidFill>
                  <a:srgbClr val="800000"/>
                </a:solidFill>
                <a:latin typeface="Menlo" panose="020B0609030804020204"/>
                <a:ea typeface="Menlo" panose="020B0609030804020204"/>
              </a:rPr>
              <a:t>&gt;</a:t>
            </a:r>
            <a:r>
              <a:rPr sz="1600" b="0">
                <a:solidFill>
                  <a:srgbClr val="3B3B3B"/>
                </a:solidFill>
                <a:latin typeface="Menlo" panose="020B0609030804020204"/>
                <a:ea typeface="Menlo" panose="020B0609030804020204"/>
              </a:rPr>
              <a:t>Старое содержимое</a:t>
            </a:r>
            <a:r>
              <a:rPr sz="1600" b="0">
                <a:solidFill>
                  <a:srgbClr val="800000"/>
                </a:solidFill>
                <a:latin typeface="Menlo" panose="020B0609030804020204"/>
                <a:ea typeface="Menlo" panose="020B0609030804020204"/>
              </a:rPr>
              <a:t>&lt;/</a:t>
            </a:r>
            <a:r>
              <a:rPr lang="en-US" sz="1600" b="0">
                <a:solidFill>
                  <a:srgbClr val="800000"/>
                </a:solidFill>
                <a:latin typeface="Menlo" panose="020B0609030804020204"/>
                <a:ea typeface="Menlo" panose="020B0609030804020204"/>
              </a:rPr>
              <a:t>p</a:t>
            </a:r>
            <a:r>
              <a:rPr sz="1600" b="0">
                <a:solidFill>
                  <a:srgbClr val="800000"/>
                </a:solidFill>
                <a:latin typeface="Menlo" panose="020B0609030804020204"/>
                <a:ea typeface="Menlo" panose="020B0609030804020204"/>
              </a:rPr>
              <a:t>&gt;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a:p>
            <a:pPr marL="0" indent="457200" algn="l" defTabSz="266700">
              <a:lnSpc>
                <a:spcPts val="1800"/>
              </a:lnSpc>
              <a:spcAft>
                <a:spcPct val="0"/>
              </a:spcAft>
            </a:pPr>
            <a:r>
              <a:rPr sz="1600" b="0">
                <a:solidFill>
                  <a:srgbClr val="0000FF"/>
                </a:solidFill>
                <a:latin typeface="Menlo" panose="020B0609030804020204"/>
                <a:ea typeface="Menlo" panose="020B0609030804020204"/>
              </a:rPr>
              <a:t>let</a:t>
            </a:r>
            <a:r>
              <a:rPr sz="1600" b="0">
                <a:solidFill>
                  <a:srgbClr val="000000"/>
                </a:solidFill>
                <a:latin typeface="Menlo" panose="020B0609030804020204"/>
                <a:ea typeface="Menlo" panose="020B0609030804020204"/>
              </a:rPr>
              <a:t> </a:t>
            </a:r>
            <a:r>
              <a:rPr sz="1600" b="0">
                <a:solidFill>
                  <a:srgbClr val="001080"/>
                </a:solidFill>
                <a:latin typeface="Menlo" panose="020B0609030804020204"/>
                <a:ea typeface="Menlo" panose="020B0609030804020204"/>
              </a:rPr>
              <a:t>element</a:t>
            </a:r>
            <a:r>
              <a:rPr sz="1600" b="0">
                <a:solidFill>
                  <a:srgbClr val="000000"/>
                </a:solidFill>
                <a:latin typeface="Menlo" panose="020B0609030804020204"/>
                <a:ea typeface="Menlo" panose="020B0609030804020204"/>
              </a:rPr>
              <a:t> = </a:t>
            </a:r>
            <a:r>
              <a:rPr sz="1600" b="0">
                <a:solidFill>
                  <a:srgbClr val="001080"/>
                </a:solidFill>
                <a:latin typeface="Menlo" panose="020B0609030804020204"/>
                <a:ea typeface="Menlo" panose="020B0609030804020204"/>
              </a:rPr>
              <a:t>document</a:t>
            </a:r>
            <a:r>
              <a:rPr sz="1600" b="0">
                <a:solidFill>
                  <a:srgbClr val="000000"/>
                </a:solidFill>
                <a:latin typeface="Menlo" panose="020B0609030804020204"/>
                <a:ea typeface="Menlo" panose="020B0609030804020204"/>
              </a:rPr>
              <a:t>.</a:t>
            </a:r>
            <a:r>
              <a:rPr sz="1600" b="0">
                <a:solidFill>
                  <a:srgbClr val="795E26"/>
                </a:solidFill>
                <a:latin typeface="Menlo" panose="020B0609030804020204"/>
                <a:ea typeface="Menlo" panose="020B0609030804020204"/>
              </a:rPr>
              <a:t>getElementById</a:t>
            </a:r>
            <a:r>
              <a:rPr sz="1600" b="0">
                <a:solidFill>
                  <a:srgbClr val="000000"/>
                </a:solidFill>
                <a:latin typeface="Menlo" panose="020B0609030804020204"/>
                <a:ea typeface="Menlo" panose="020B0609030804020204"/>
              </a:rPr>
              <a:t>(</a:t>
            </a:r>
            <a:r>
              <a:rPr sz="1600" b="0">
                <a:solidFill>
                  <a:srgbClr val="A31515"/>
                </a:solidFill>
                <a:latin typeface="Menlo" panose="020B0609030804020204"/>
                <a:ea typeface="Menlo" panose="020B0609030804020204"/>
              </a:rPr>
              <a:t>"myElement"</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457200" algn="l" defTabSz="266700">
              <a:lnSpc>
                <a:spcPts val="1800"/>
              </a:lnSpc>
              <a:spcAft>
                <a:spcPct val="0"/>
              </a:spcAft>
            </a:pPr>
            <a:r>
              <a:rPr sz="1600" b="0">
                <a:solidFill>
                  <a:srgbClr val="001080"/>
                </a:solidFill>
                <a:latin typeface="Menlo" panose="020B0609030804020204"/>
                <a:ea typeface="Menlo" panose="020B0609030804020204"/>
              </a:rPr>
              <a:t>element</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innerHTML</a:t>
            </a:r>
            <a:r>
              <a:rPr sz="1600" b="0">
                <a:solidFill>
                  <a:srgbClr val="000000"/>
                </a:solidFill>
                <a:latin typeface="Menlo" panose="020B0609030804020204"/>
                <a:ea typeface="Menlo" panose="020B0609030804020204"/>
              </a:rPr>
              <a:t> = </a:t>
            </a:r>
            <a:r>
              <a:rPr sz="1600" b="0">
                <a:solidFill>
                  <a:srgbClr val="A31515"/>
                </a:solidFill>
                <a:latin typeface="Menlo" panose="020B0609030804020204"/>
                <a:ea typeface="Menlo" panose="020B0609030804020204"/>
              </a:rPr>
              <a:t>"Новое содержимое"</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0" algn="just" defTabSz="266700">
              <a:spcAft>
                <a:spcPct val="0"/>
              </a:spcAft>
            </a:pPr>
            <a:r>
              <a:rPr sz="1600" b="0">
                <a:solidFill>
                  <a:srgbClr val="800000"/>
                </a:solidFill>
                <a:latin typeface="Menlo" panose="020B0609030804020204"/>
                <a:ea typeface="Menlo" panose="020B0609030804020204"/>
              </a:rPr>
              <a:t>&lt;/script&gt;</a:t>
            </a:r>
            <a:r>
              <a:rPr sz="1600" b="0">
                <a:solidFill>
                  <a:srgbClr val="3B3B3B"/>
                </a:solidFill>
                <a:latin typeface="Menlo" panose="020B0609030804020204"/>
                <a:ea typeface="Menlo" panose="020B0609030804020204"/>
              </a:rPr>
              <a:t> </a:t>
            </a:r>
            <a:endParaRPr sz="1600" b="0">
              <a:solidFill>
                <a:srgbClr val="3B3B3B"/>
              </a:solidFill>
              <a:latin typeface="Menlo" panose="020B0609030804020204"/>
              <a:ea typeface="Menlo" panose="020B0609030804020204"/>
            </a:endParaRPr>
          </a:p>
        </p:txBody>
      </p:sp>
      <p:sp>
        <p:nvSpPr>
          <p:cNvPr id="8" name="Slide Number Placeholder 7"/>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31800" y="338455"/>
            <a:ext cx="6551930" cy="1076325"/>
          </a:xfrm>
          <a:prstGeom prst="rect">
            <a:avLst/>
          </a:prstGeom>
        </p:spPr>
        <p:txBody>
          <a:bodyPr wrap="square">
            <a:spAutoFit/>
          </a:bodyPr>
          <a:p>
            <a:r>
              <a:rPr sz="1600"/>
              <a:t>element.textContent</a:t>
            </a:r>
            <a:endParaRPr sz="1600"/>
          </a:p>
          <a:p>
            <a:endParaRPr sz="1600"/>
          </a:p>
          <a:p>
            <a:r>
              <a:rPr sz="1600"/>
              <a:t>(Получает или устанавливает текстовое содержимое элемента)</a:t>
            </a:r>
            <a:endParaRPr sz="1600"/>
          </a:p>
          <a:p>
            <a:r>
              <a:rPr sz="1600"/>
              <a:t>(获取或设置元素的文本内容)</a:t>
            </a:r>
            <a:endParaRPr sz="1600"/>
          </a:p>
        </p:txBody>
      </p:sp>
      <p:sp>
        <p:nvSpPr>
          <p:cNvPr id="6" name="Text Box 5"/>
          <p:cNvSpPr txBox="1"/>
          <p:nvPr/>
        </p:nvSpPr>
        <p:spPr>
          <a:xfrm>
            <a:off x="2623185" y="3004820"/>
            <a:ext cx="6945630" cy="1245235"/>
          </a:xfrm>
          <a:prstGeom prst="rect">
            <a:avLst/>
          </a:prstGeom>
        </p:spPr>
        <p:txBody>
          <a:bodyPr wrap="square">
            <a:spAutoFit/>
          </a:bodyPr>
          <a:p>
            <a:pPr marL="0" indent="0" algn="l" defTabSz="266700">
              <a:lnSpc>
                <a:spcPts val="1800"/>
              </a:lnSpc>
              <a:spcAft>
                <a:spcPct val="0"/>
              </a:spcAft>
            </a:pPr>
            <a:r>
              <a:rPr sz="1600" b="0">
                <a:solidFill>
                  <a:srgbClr val="800000"/>
                </a:solidFill>
                <a:latin typeface="Menlo" panose="020B0609030804020204"/>
                <a:ea typeface="Menlo" panose="020B0609030804020204"/>
              </a:rPr>
              <a:t>&lt;p</a:t>
            </a:r>
            <a:r>
              <a:rPr sz="1600" b="0">
                <a:solidFill>
                  <a:srgbClr val="3B3B3B"/>
                </a:solidFill>
                <a:latin typeface="Menlo" panose="020B0609030804020204"/>
                <a:ea typeface="Menlo" panose="020B0609030804020204"/>
              </a:rPr>
              <a:t> </a:t>
            </a:r>
            <a:r>
              <a:rPr sz="1600" b="0">
                <a:solidFill>
                  <a:srgbClr val="E50000"/>
                </a:solidFill>
                <a:latin typeface="Menlo" panose="020B0609030804020204"/>
                <a:ea typeface="Menlo" panose="020B0609030804020204"/>
              </a:rPr>
              <a:t>id</a:t>
            </a:r>
            <a:r>
              <a:rPr sz="1600" b="0">
                <a:solidFill>
                  <a:srgbClr val="3B3B3B"/>
                </a:solidFill>
                <a:latin typeface="Menlo" panose="020B0609030804020204"/>
                <a:ea typeface="Menlo" panose="020B0609030804020204"/>
              </a:rPr>
              <a:t>=</a:t>
            </a:r>
            <a:r>
              <a:rPr sz="1600" b="0">
                <a:solidFill>
                  <a:srgbClr val="0000FF"/>
                </a:solidFill>
                <a:latin typeface="Menlo" panose="020B0609030804020204"/>
                <a:ea typeface="Menlo" panose="020B0609030804020204"/>
              </a:rPr>
              <a:t>"myElement"</a:t>
            </a:r>
            <a:r>
              <a:rPr sz="1600" b="0">
                <a:solidFill>
                  <a:srgbClr val="800000"/>
                </a:solidFill>
                <a:latin typeface="Menlo" panose="020B0609030804020204"/>
                <a:ea typeface="Menlo" panose="020B0609030804020204"/>
              </a:rPr>
              <a:t>&gt;</a:t>
            </a:r>
            <a:r>
              <a:rPr sz="1600" b="0">
                <a:solidFill>
                  <a:srgbClr val="3B3B3B"/>
                </a:solidFill>
                <a:latin typeface="Menlo" panose="020B0609030804020204"/>
                <a:ea typeface="Menlo" panose="020B0609030804020204"/>
              </a:rPr>
              <a:t>Старое содержимое</a:t>
            </a:r>
            <a:r>
              <a:rPr sz="1600" b="0">
                <a:solidFill>
                  <a:srgbClr val="800000"/>
                </a:solidFill>
                <a:latin typeface="Menlo" panose="020B0609030804020204"/>
                <a:ea typeface="Menlo" panose="020B0609030804020204"/>
              </a:rPr>
              <a:t>&lt;/p&gt;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0000FF"/>
                </a:solidFill>
                <a:latin typeface="Menlo" panose="020B0609030804020204"/>
                <a:ea typeface="Menlo" panose="020B0609030804020204"/>
              </a:rPr>
              <a:t>let</a:t>
            </a:r>
            <a:r>
              <a:rPr sz="1600" b="0">
                <a:solidFill>
                  <a:srgbClr val="000000"/>
                </a:solidFill>
                <a:latin typeface="Menlo" panose="020B0609030804020204"/>
                <a:ea typeface="Menlo" panose="020B0609030804020204"/>
              </a:rPr>
              <a:t> </a:t>
            </a:r>
            <a:r>
              <a:rPr sz="1600" b="0">
                <a:solidFill>
                  <a:srgbClr val="001080"/>
                </a:solidFill>
                <a:latin typeface="Menlo" panose="020B0609030804020204"/>
                <a:ea typeface="Menlo" panose="020B0609030804020204"/>
              </a:rPr>
              <a:t>element</a:t>
            </a:r>
            <a:r>
              <a:rPr sz="1600" b="0">
                <a:solidFill>
                  <a:srgbClr val="000000"/>
                </a:solidFill>
                <a:latin typeface="Menlo" panose="020B0609030804020204"/>
                <a:ea typeface="Menlo" panose="020B0609030804020204"/>
              </a:rPr>
              <a:t> = </a:t>
            </a:r>
            <a:r>
              <a:rPr sz="1600" b="0">
                <a:solidFill>
                  <a:srgbClr val="001080"/>
                </a:solidFill>
                <a:latin typeface="Menlo" panose="020B0609030804020204"/>
                <a:ea typeface="Menlo" panose="020B0609030804020204"/>
              </a:rPr>
              <a:t>document</a:t>
            </a:r>
            <a:r>
              <a:rPr sz="1600" b="0">
                <a:solidFill>
                  <a:srgbClr val="000000"/>
                </a:solidFill>
                <a:latin typeface="Menlo" panose="020B0609030804020204"/>
                <a:ea typeface="Menlo" panose="020B0609030804020204"/>
              </a:rPr>
              <a:t>.</a:t>
            </a:r>
            <a:r>
              <a:rPr sz="1600" b="0">
                <a:solidFill>
                  <a:srgbClr val="795E26"/>
                </a:solidFill>
                <a:latin typeface="Menlo" panose="020B0609030804020204"/>
                <a:ea typeface="Menlo" panose="020B0609030804020204"/>
              </a:rPr>
              <a:t>getElementById</a:t>
            </a:r>
            <a:r>
              <a:rPr sz="1600" b="0">
                <a:solidFill>
                  <a:srgbClr val="000000"/>
                </a:solidFill>
                <a:latin typeface="Menlo" panose="020B0609030804020204"/>
                <a:ea typeface="Menlo" panose="020B0609030804020204"/>
              </a:rPr>
              <a:t>(</a:t>
            </a:r>
            <a:r>
              <a:rPr sz="1600" b="0">
                <a:solidFill>
                  <a:srgbClr val="A31515"/>
                </a:solidFill>
                <a:latin typeface="Menlo" panose="020B0609030804020204"/>
                <a:ea typeface="Menlo" panose="020B0609030804020204"/>
              </a:rPr>
              <a:t>"myElement"</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001080"/>
                </a:solidFill>
                <a:latin typeface="Menlo" panose="020B0609030804020204"/>
                <a:ea typeface="Menlo" panose="020B0609030804020204"/>
              </a:rPr>
              <a:t>element</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textContent</a:t>
            </a:r>
            <a:r>
              <a:rPr sz="1600" b="0">
                <a:solidFill>
                  <a:srgbClr val="000000"/>
                </a:solidFill>
                <a:latin typeface="Menlo" panose="020B0609030804020204"/>
                <a:ea typeface="Menlo" panose="020B0609030804020204"/>
              </a:rPr>
              <a:t> = </a:t>
            </a:r>
            <a:r>
              <a:rPr sz="1600" b="0">
                <a:solidFill>
                  <a:srgbClr val="A31515"/>
                </a:solidFill>
                <a:latin typeface="Menlo" panose="020B0609030804020204"/>
                <a:ea typeface="Menlo" panose="020B0609030804020204"/>
              </a:rPr>
              <a:t>"Новое содержимое"</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&lt;/script&gt;</a:t>
            </a:r>
            <a:r>
              <a:rPr sz="1600" b="0">
                <a:solidFill>
                  <a:srgbClr val="3B3B3B"/>
                </a:solidFill>
                <a:latin typeface="Menlo" panose="020B0609030804020204"/>
                <a:ea typeface="Menlo" panose="020B0609030804020204"/>
              </a:rPr>
              <a:t> </a:t>
            </a:r>
            <a:endParaRPr sz="1600" b="0">
              <a:solidFill>
                <a:srgbClr val="3B3B3B"/>
              </a:solidFill>
              <a:latin typeface="Menlo" panose="020B0609030804020204"/>
              <a:ea typeface="Menlo" panose="020B0609030804020204"/>
            </a:endParaRPr>
          </a:p>
        </p:txBody>
      </p:sp>
      <p:sp>
        <p:nvSpPr>
          <p:cNvPr id="7" name="Text Box 6"/>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8" name="Slide Number Placeholder 7"/>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2" name="Text Box 1"/>
          <p:cNvSpPr txBox="1"/>
          <p:nvPr/>
        </p:nvSpPr>
        <p:spPr>
          <a:xfrm>
            <a:off x="431800" y="1633538"/>
            <a:ext cx="5080000" cy="1076325"/>
          </a:xfrm>
          <a:prstGeom prst="rect">
            <a:avLst/>
          </a:prstGeom>
        </p:spPr>
        <p:txBody>
          <a:bodyPr>
            <a:spAutoFit/>
          </a:bodyPr>
          <a:p>
            <a:r>
              <a:rPr sz="1600"/>
              <a:t>Метод getElementsByClassName возвращает все элементы, которые имеют указанный класс. Он возвращает коллекцию элементов (массивоподобный объект).</a:t>
            </a:r>
            <a:endParaRPr sz="1600"/>
          </a:p>
        </p:txBody>
      </p:sp>
      <p:sp>
        <p:nvSpPr>
          <p:cNvPr id="3" name="Text Box 2"/>
          <p:cNvSpPr txBox="1"/>
          <p:nvPr/>
        </p:nvSpPr>
        <p:spPr>
          <a:xfrm>
            <a:off x="6210300" y="1634172"/>
            <a:ext cx="5080000" cy="583565"/>
          </a:xfrm>
          <a:prstGeom prst="rect">
            <a:avLst/>
          </a:prstGeom>
        </p:spPr>
        <p:txBody>
          <a:bodyPr>
            <a:spAutoFit/>
          </a:bodyPr>
          <a:p>
            <a:r>
              <a:rPr sz="1600"/>
              <a:t>getElementsByClassName方法返回所有具有指定类名的元素。它返回一个元素集合（类数组对象）。</a:t>
            </a:r>
            <a:endParaRPr sz="1600"/>
          </a:p>
        </p:txBody>
      </p:sp>
      <p:sp>
        <p:nvSpPr>
          <p:cNvPr id="5" name="Text Box 4"/>
          <p:cNvSpPr txBox="1"/>
          <p:nvPr/>
        </p:nvSpPr>
        <p:spPr>
          <a:xfrm>
            <a:off x="1924685" y="3408680"/>
            <a:ext cx="8342630" cy="1706880"/>
          </a:xfrm>
          <a:prstGeom prst="rect">
            <a:avLst/>
          </a:prstGeom>
        </p:spPr>
        <p:txBody>
          <a:bodyPr wrap="square">
            <a:spAutoFit/>
          </a:bodyPr>
          <a:p>
            <a:pPr marL="0" indent="0" algn="l" defTabSz="266700">
              <a:lnSpc>
                <a:spcPts val="1800"/>
              </a:lnSpc>
              <a:spcAft>
                <a:spcPct val="0"/>
              </a:spcAft>
            </a:pPr>
            <a:r>
              <a:rPr sz="1600" b="0">
                <a:solidFill>
                  <a:srgbClr val="800000"/>
                </a:solidFill>
                <a:latin typeface="Menlo" panose="020B0609030804020204"/>
                <a:ea typeface="Menlo" panose="020B0609030804020204"/>
              </a:rPr>
              <a:t>&lt;div</a:t>
            </a:r>
            <a:r>
              <a:rPr sz="1600" b="0">
                <a:solidFill>
                  <a:srgbClr val="3B3B3B"/>
                </a:solidFill>
                <a:latin typeface="Menlo" panose="020B0609030804020204"/>
                <a:ea typeface="Menlo" panose="020B0609030804020204"/>
              </a:rPr>
              <a:t> </a:t>
            </a:r>
            <a:r>
              <a:rPr sz="1600" b="0">
                <a:solidFill>
                  <a:srgbClr val="E50000"/>
                </a:solidFill>
                <a:latin typeface="Menlo" panose="020B0609030804020204"/>
                <a:ea typeface="Menlo" panose="020B0609030804020204"/>
              </a:rPr>
              <a:t>class</a:t>
            </a:r>
            <a:r>
              <a:rPr sz="1600" b="0">
                <a:solidFill>
                  <a:srgbClr val="3B3B3B"/>
                </a:solidFill>
                <a:latin typeface="Menlo" panose="020B0609030804020204"/>
                <a:ea typeface="Menlo" panose="020B0609030804020204"/>
              </a:rPr>
              <a:t>=</a:t>
            </a:r>
            <a:r>
              <a:rPr sz="1600" b="0">
                <a:solidFill>
                  <a:srgbClr val="0000FF"/>
                </a:solidFill>
                <a:latin typeface="Menlo" panose="020B0609030804020204"/>
                <a:ea typeface="Menlo" panose="020B0609030804020204"/>
              </a:rPr>
              <a:t>"myClass"</a:t>
            </a:r>
            <a:r>
              <a:rPr sz="1600" b="0">
                <a:solidFill>
                  <a:srgbClr val="800000"/>
                </a:solidFill>
                <a:latin typeface="Menlo" panose="020B0609030804020204"/>
                <a:ea typeface="Menlo" panose="020B0609030804020204"/>
              </a:rPr>
              <a:t>&gt;</a:t>
            </a:r>
            <a:r>
              <a:rPr sz="1600" b="0">
                <a:solidFill>
                  <a:srgbClr val="3B3B3B"/>
                </a:solidFill>
                <a:latin typeface="Menlo" panose="020B0609030804020204"/>
                <a:ea typeface="Menlo" panose="020B0609030804020204"/>
              </a:rPr>
              <a:t>Первый элемент</a:t>
            </a:r>
            <a:r>
              <a:rPr sz="1600" b="0">
                <a:solidFill>
                  <a:srgbClr val="800000"/>
                </a:solidFill>
                <a:latin typeface="Menlo" panose="020B0609030804020204"/>
                <a:ea typeface="Menlo" panose="020B0609030804020204"/>
              </a:rPr>
              <a:t>&lt;/div&gt;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&lt;div</a:t>
            </a:r>
            <a:r>
              <a:rPr sz="1600" b="0">
                <a:solidFill>
                  <a:srgbClr val="3B3B3B"/>
                </a:solidFill>
                <a:latin typeface="Menlo" panose="020B0609030804020204"/>
                <a:ea typeface="Menlo" panose="020B0609030804020204"/>
              </a:rPr>
              <a:t> </a:t>
            </a:r>
            <a:r>
              <a:rPr sz="1600" b="0">
                <a:solidFill>
                  <a:srgbClr val="E50000"/>
                </a:solidFill>
                <a:latin typeface="Menlo" panose="020B0609030804020204"/>
                <a:ea typeface="Menlo" panose="020B0609030804020204"/>
              </a:rPr>
              <a:t>class</a:t>
            </a:r>
            <a:r>
              <a:rPr sz="1600" b="0">
                <a:solidFill>
                  <a:srgbClr val="3B3B3B"/>
                </a:solidFill>
                <a:latin typeface="Menlo" panose="020B0609030804020204"/>
                <a:ea typeface="Menlo" panose="020B0609030804020204"/>
              </a:rPr>
              <a:t>=</a:t>
            </a:r>
            <a:r>
              <a:rPr sz="1600" b="0">
                <a:solidFill>
                  <a:srgbClr val="0000FF"/>
                </a:solidFill>
                <a:latin typeface="Menlo" panose="020B0609030804020204"/>
                <a:ea typeface="Menlo" panose="020B0609030804020204"/>
              </a:rPr>
              <a:t>"myClass"</a:t>
            </a:r>
            <a:r>
              <a:rPr sz="1600" b="0">
                <a:solidFill>
                  <a:srgbClr val="800000"/>
                </a:solidFill>
                <a:latin typeface="Menlo" panose="020B0609030804020204"/>
                <a:ea typeface="Menlo" panose="020B0609030804020204"/>
              </a:rPr>
              <a:t>&gt;</a:t>
            </a:r>
            <a:r>
              <a:rPr sz="1600" b="0">
                <a:solidFill>
                  <a:srgbClr val="3B3B3B"/>
                </a:solidFill>
                <a:latin typeface="Menlo" panose="020B0609030804020204"/>
                <a:ea typeface="Menlo" panose="020B0609030804020204"/>
              </a:rPr>
              <a:t>Второй элемент</a:t>
            </a:r>
            <a:r>
              <a:rPr sz="1600" b="0">
                <a:solidFill>
                  <a:srgbClr val="800000"/>
                </a:solidFill>
                <a:latin typeface="Menlo" panose="020B0609030804020204"/>
                <a:ea typeface="Menlo" panose="020B0609030804020204"/>
              </a:rPr>
              <a:t>&lt;/div&gt;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3B3B3B"/>
                </a:solidFill>
                <a:latin typeface="Menlo" panose="020B0609030804020204"/>
                <a:ea typeface="Menlo" panose="020B0609030804020204"/>
              </a:rPr>
              <a:t> </a:t>
            </a:r>
            <a:endParaRPr sz="1600" b="0">
              <a:solidFill>
                <a:srgbClr val="3B3B3B"/>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a:p>
            <a:pPr marL="0" indent="457200" algn="l" defTabSz="266700">
              <a:lnSpc>
                <a:spcPts val="1800"/>
              </a:lnSpc>
              <a:spcAft>
                <a:spcPct val="0"/>
              </a:spcAft>
            </a:pPr>
            <a:r>
              <a:rPr sz="1600" b="0">
                <a:solidFill>
                  <a:srgbClr val="0000FF"/>
                </a:solidFill>
                <a:latin typeface="Menlo" panose="020B0609030804020204"/>
                <a:ea typeface="Menlo" panose="020B0609030804020204"/>
              </a:rPr>
              <a:t>let</a:t>
            </a:r>
            <a:r>
              <a:rPr sz="1600" b="0">
                <a:solidFill>
                  <a:srgbClr val="000000"/>
                </a:solidFill>
                <a:latin typeface="Menlo" panose="020B0609030804020204"/>
                <a:ea typeface="Menlo" panose="020B0609030804020204"/>
              </a:rPr>
              <a:t> </a:t>
            </a:r>
            <a:r>
              <a:rPr sz="1600" b="0">
                <a:solidFill>
                  <a:srgbClr val="001080"/>
                </a:solidFill>
                <a:latin typeface="Menlo" panose="020B0609030804020204"/>
                <a:ea typeface="Menlo" panose="020B0609030804020204"/>
              </a:rPr>
              <a:t>elements</a:t>
            </a:r>
            <a:r>
              <a:rPr sz="1600" b="0">
                <a:solidFill>
                  <a:srgbClr val="000000"/>
                </a:solidFill>
                <a:latin typeface="Menlo" panose="020B0609030804020204"/>
                <a:ea typeface="Menlo" panose="020B0609030804020204"/>
              </a:rPr>
              <a:t> = </a:t>
            </a:r>
            <a:r>
              <a:rPr sz="1600" b="0">
                <a:solidFill>
                  <a:srgbClr val="001080"/>
                </a:solidFill>
                <a:latin typeface="Menlo" panose="020B0609030804020204"/>
                <a:ea typeface="Menlo" panose="020B0609030804020204"/>
              </a:rPr>
              <a:t>document</a:t>
            </a:r>
            <a:r>
              <a:rPr sz="1600" b="0">
                <a:solidFill>
                  <a:srgbClr val="000000"/>
                </a:solidFill>
                <a:latin typeface="Menlo" panose="020B0609030804020204"/>
                <a:ea typeface="Menlo" panose="020B0609030804020204"/>
              </a:rPr>
              <a:t>.</a:t>
            </a:r>
            <a:r>
              <a:rPr sz="1600" b="0">
                <a:solidFill>
                  <a:srgbClr val="795E26"/>
                </a:solidFill>
                <a:latin typeface="Menlo" panose="020B0609030804020204"/>
                <a:ea typeface="Menlo" panose="020B0609030804020204"/>
              </a:rPr>
              <a:t>getElementsByClassName</a:t>
            </a:r>
            <a:r>
              <a:rPr sz="1600" b="0">
                <a:solidFill>
                  <a:srgbClr val="000000"/>
                </a:solidFill>
                <a:latin typeface="Menlo" panose="020B0609030804020204"/>
                <a:ea typeface="Menlo" panose="020B0609030804020204"/>
              </a:rPr>
              <a:t>(</a:t>
            </a:r>
            <a:r>
              <a:rPr sz="1600" b="0">
                <a:solidFill>
                  <a:srgbClr val="A31515"/>
                </a:solidFill>
                <a:latin typeface="Menlo" panose="020B0609030804020204"/>
                <a:ea typeface="Menlo" panose="020B0609030804020204"/>
              </a:rPr>
              <a:t>"myClass"</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457200" algn="l" defTabSz="266700">
              <a:lnSpc>
                <a:spcPts val="1800"/>
              </a:lnSpc>
              <a:spcAft>
                <a:spcPct val="0"/>
              </a:spcAft>
            </a:pPr>
            <a:r>
              <a:rPr sz="1600" b="0">
                <a:solidFill>
                  <a:srgbClr val="001080"/>
                </a:solidFill>
                <a:latin typeface="Menlo" panose="020B0609030804020204"/>
                <a:ea typeface="Menlo" panose="020B0609030804020204"/>
              </a:rPr>
              <a:t>console</a:t>
            </a:r>
            <a:r>
              <a:rPr sz="1600" b="0">
                <a:solidFill>
                  <a:srgbClr val="000000"/>
                </a:solidFill>
                <a:latin typeface="Menlo" panose="020B0609030804020204"/>
                <a:ea typeface="Menlo" panose="020B0609030804020204"/>
              </a:rPr>
              <a:t>.</a:t>
            </a:r>
            <a:r>
              <a:rPr sz="1600" b="0">
                <a:solidFill>
                  <a:srgbClr val="795E26"/>
                </a:solidFill>
                <a:latin typeface="Menlo" panose="020B0609030804020204"/>
                <a:ea typeface="Menlo" panose="020B0609030804020204"/>
              </a:rPr>
              <a:t>log</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elements</a:t>
            </a:r>
            <a:r>
              <a:rPr sz="1600" b="0">
                <a:solidFill>
                  <a:srgbClr val="000000"/>
                </a:solidFill>
                <a:latin typeface="Menlo" panose="020B0609030804020204"/>
                <a:ea typeface="Menlo" panose="020B0609030804020204"/>
              </a:rPr>
              <a:t>[</a:t>
            </a:r>
            <a:r>
              <a:rPr sz="1600" b="0">
                <a:solidFill>
                  <a:srgbClr val="098658"/>
                </a:solidFill>
                <a:latin typeface="Menlo" panose="020B0609030804020204"/>
                <a:ea typeface="Menlo" panose="020B0609030804020204"/>
              </a:rPr>
              <a:t>0</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innerHTML</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2" name="Text Box 1"/>
          <p:cNvSpPr txBox="1"/>
          <p:nvPr/>
        </p:nvSpPr>
        <p:spPr>
          <a:xfrm>
            <a:off x="711200" y="1282065"/>
            <a:ext cx="5080000" cy="1322070"/>
          </a:xfrm>
          <a:prstGeom prst="rect">
            <a:avLst/>
          </a:prstGeom>
        </p:spPr>
        <p:txBody>
          <a:bodyPr>
            <a:spAutoFit/>
          </a:bodyPr>
          <a:p>
            <a:r>
              <a:rPr sz="1600"/>
              <a:t>Метод querySelector позволяет получить первый элемент, который соответствует CSS-селектору. Это более универсальный способ получения элементов, чем getElementById или getElementsByClassName.</a:t>
            </a:r>
            <a:endParaRPr sz="1600"/>
          </a:p>
        </p:txBody>
      </p:sp>
      <p:sp>
        <p:nvSpPr>
          <p:cNvPr id="3" name="Text Box 2"/>
          <p:cNvSpPr txBox="1"/>
          <p:nvPr/>
        </p:nvSpPr>
        <p:spPr>
          <a:xfrm>
            <a:off x="6388100" y="1282065"/>
            <a:ext cx="5080000" cy="829945"/>
          </a:xfrm>
          <a:prstGeom prst="rect">
            <a:avLst/>
          </a:prstGeom>
        </p:spPr>
        <p:txBody>
          <a:bodyPr>
            <a:spAutoFit/>
          </a:bodyPr>
          <a:p>
            <a:r>
              <a:rPr sz="1600"/>
              <a:t>querySelector方法允许获取第一个匹配CSS选择器的元素。它比getElementById或getElementsByClassName更通用。</a:t>
            </a:r>
            <a:endParaRPr sz="1600"/>
          </a:p>
        </p:txBody>
      </p:sp>
      <p:sp>
        <p:nvSpPr>
          <p:cNvPr id="5" name="Text Box 4"/>
          <p:cNvSpPr txBox="1"/>
          <p:nvPr/>
        </p:nvSpPr>
        <p:spPr>
          <a:xfrm>
            <a:off x="1612900" y="4028440"/>
            <a:ext cx="8381365" cy="1491615"/>
          </a:xfrm>
          <a:prstGeom prst="rect">
            <a:avLst/>
          </a:prstGeom>
        </p:spPr>
        <p:txBody>
          <a:bodyPr wrap="square">
            <a:spAutoFit/>
          </a:bodyPr>
          <a:p>
            <a:pPr marL="0" indent="0" algn="l" defTabSz="266700">
              <a:lnSpc>
                <a:spcPts val="1800"/>
              </a:lnSpc>
              <a:spcAft>
                <a:spcPct val="0"/>
              </a:spcAft>
            </a:pPr>
            <a:r>
              <a:rPr sz="1600" b="0">
                <a:solidFill>
                  <a:srgbClr val="800000"/>
                </a:solidFill>
                <a:latin typeface="Menlo" panose="020B0609030804020204"/>
                <a:ea typeface="Menlo" panose="020B0609030804020204"/>
              </a:rPr>
              <a:t>&lt;p</a:t>
            </a:r>
            <a:r>
              <a:rPr sz="1600" b="0">
                <a:solidFill>
                  <a:srgbClr val="3B3B3B"/>
                </a:solidFill>
                <a:latin typeface="Menlo" panose="020B0609030804020204"/>
                <a:ea typeface="Menlo" panose="020B0609030804020204"/>
              </a:rPr>
              <a:t> </a:t>
            </a:r>
            <a:r>
              <a:rPr sz="1600" b="0">
                <a:solidFill>
                  <a:srgbClr val="E50000"/>
                </a:solidFill>
                <a:latin typeface="Menlo" panose="020B0609030804020204"/>
                <a:ea typeface="Menlo" panose="020B0609030804020204"/>
              </a:rPr>
              <a:t>class</a:t>
            </a:r>
            <a:r>
              <a:rPr sz="1600" b="0">
                <a:solidFill>
                  <a:srgbClr val="3B3B3B"/>
                </a:solidFill>
                <a:latin typeface="Menlo" panose="020B0609030804020204"/>
                <a:ea typeface="Menlo" panose="020B0609030804020204"/>
              </a:rPr>
              <a:t>=</a:t>
            </a:r>
            <a:r>
              <a:rPr sz="1600" b="0">
                <a:solidFill>
                  <a:srgbClr val="0000FF"/>
                </a:solidFill>
                <a:latin typeface="Menlo" panose="020B0609030804020204"/>
                <a:ea typeface="Menlo" panose="020B0609030804020204"/>
              </a:rPr>
              <a:t>"myClass"</a:t>
            </a:r>
            <a:r>
              <a:rPr sz="1600" b="0">
                <a:solidFill>
                  <a:srgbClr val="800000"/>
                </a:solidFill>
                <a:latin typeface="Menlo" panose="020B0609030804020204"/>
                <a:ea typeface="Menlo" panose="020B0609030804020204"/>
              </a:rPr>
              <a:t>&gt;</a:t>
            </a:r>
            <a:r>
              <a:rPr sz="1600" b="0">
                <a:solidFill>
                  <a:srgbClr val="3B3B3B"/>
                </a:solidFill>
                <a:latin typeface="Menlo" panose="020B0609030804020204"/>
                <a:ea typeface="Menlo" panose="020B0609030804020204"/>
              </a:rPr>
              <a:t>Текст параграфа</a:t>
            </a:r>
            <a:r>
              <a:rPr sz="1600" b="0">
                <a:solidFill>
                  <a:srgbClr val="800000"/>
                </a:solidFill>
                <a:latin typeface="Menlo" panose="020B0609030804020204"/>
                <a:ea typeface="Menlo" panose="020B0609030804020204"/>
              </a:rPr>
              <a:t>&lt;/p&gt;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3B3B3B"/>
                </a:solidFill>
                <a:latin typeface="Menlo" panose="020B0609030804020204"/>
                <a:ea typeface="Menlo" panose="020B0609030804020204"/>
              </a:rPr>
              <a:t> </a:t>
            </a:r>
            <a:endParaRPr sz="1600" b="0">
              <a:solidFill>
                <a:srgbClr val="3B3B3B"/>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a:p>
            <a:pPr marL="0" indent="457200" algn="l" defTabSz="266700">
              <a:lnSpc>
                <a:spcPts val="1800"/>
              </a:lnSpc>
              <a:spcAft>
                <a:spcPct val="0"/>
              </a:spcAft>
            </a:pPr>
            <a:r>
              <a:rPr sz="1600" b="0">
                <a:solidFill>
                  <a:srgbClr val="0000FF"/>
                </a:solidFill>
                <a:latin typeface="Menlo" panose="020B0609030804020204"/>
                <a:ea typeface="Menlo" panose="020B0609030804020204"/>
              </a:rPr>
              <a:t>let</a:t>
            </a:r>
            <a:r>
              <a:rPr sz="1600" b="0">
                <a:solidFill>
                  <a:srgbClr val="000000"/>
                </a:solidFill>
                <a:latin typeface="Menlo" panose="020B0609030804020204"/>
                <a:ea typeface="Menlo" panose="020B0609030804020204"/>
              </a:rPr>
              <a:t> </a:t>
            </a:r>
            <a:r>
              <a:rPr sz="1600" b="0">
                <a:solidFill>
                  <a:srgbClr val="001080"/>
                </a:solidFill>
                <a:latin typeface="Menlo" panose="020B0609030804020204"/>
                <a:ea typeface="Menlo" panose="020B0609030804020204"/>
              </a:rPr>
              <a:t>element</a:t>
            </a:r>
            <a:r>
              <a:rPr sz="1600" b="0">
                <a:solidFill>
                  <a:srgbClr val="000000"/>
                </a:solidFill>
                <a:latin typeface="Menlo" panose="020B0609030804020204"/>
                <a:ea typeface="Menlo" panose="020B0609030804020204"/>
              </a:rPr>
              <a:t> = </a:t>
            </a:r>
            <a:r>
              <a:rPr sz="1600" b="0">
                <a:solidFill>
                  <a:srgbClr val="001080"/>
                </a:solidFill>
                <a:latin typeface="Menlo" panose="020B0609030804020204"/>
                <a:ea typeface="Menlo" panose="020B0609030804020204"/>
              </a:rPr>
              <a:t>document</a:t>
            </a:r>
            <a:r>
              <a:rPr sz="1600" b="0">
                <a:solidFill>
                  <a:srgbClr val="000000"/>
                </a:solidFill>
                <a:latin typeface="Menlo" panose="020B0609030804020204"/>
                <a:ea typeface="Menlo" panose="020B0609030804020204"/>
              </a:rPr>
              <a:t>.</a:t>
            </a:r>
            <a:r>
              <a:rPr sz="1600" b="0">
                <a:solidFill>
                  <a:srgbClr val="795E26"/>
                </a:solidFill>
                <a:latin typeface="Menlo" panose="020B0609030804020204"/>
                <a:ea typeface="Menlo" panose="020B0609030804020204"/>
              </a:rPr>
              <a:t>querySelector</a:t>
            </a:r>
            <a:r>
              <a:rPr sz="1600" b="0">
                <a:solidFill>
                  <a:srgbClr val="000000"/>
                </a:solidFill>
                <a:latin typeface="Menlo" panose="020B0609030804020204"/>
                <a:ea typeface="Menlo" panose="020B0609030804020204"/>
              </a:rPr>
              <a:t>(</a:t>
            </a:r>
            <a:r>
              <a:rPr sz="1600" b="0">
                <a:solidFill>
                  <a:srgbClr val="A31515"/>
                </a:solidFill>
                <a:latin typeface="Menlo" panose="020B0609030804020204"/>
                <a:ea typeface="Menlo" panose="020B0609030804020204"/>
              </a:rPr>
              <a:t>".myClass"</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457200" algn="l" defTabSz="266700">
              <a:lnSpc>
                <a:spcPts val="1800"/>
              </a:lnSpc>
              <a:spcAft>
                <a:spcPct val="0"/>
              </a:spcAft>
            </a:pPr>
            <a:r>
              <a:rPr sz="1600" b="0">
                <a:solidFill>
                  <a:srgbClr val="001080"/>
                </a:solidFill>
                <a:latin typeface="Menlo" panose="020B0609030804020204"/>
                <a:ea typeface="Menlo" panose="020B0609030804020204"/>
              </a:rPr>
              <a:t>console</a:t>
            </a:r>
            <a:r>
              <a:rPr sz="1600" b="0">
                <a:solidFill>
                  <a:srgbClr val="000000"/>
                </a:solidFill>
                <a:latin typeface="Menlo" panose="020B0609030804020204"/>
                <a:ea typeface="Menlo" panose="020B0609030804020204"/>
              </a:rPr>
              <a:t>.</a:t>
            </a:r>
            <a:r>
              <a:rPr sz="1600" b="0">
                <a:solidFill>
                  <a:srgbClr val="795E26"/>
                </a:solidFill>
                <a:latin typeface="Menlo" panose="020B0609030804020204"/>
                <a:ea typeface="Menlo" panose="020B0609030804020204"/>
              </a:rPr>
              <a:t>log</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element</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innerHTML</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0" algn="just" defTabSz="266700">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p:txBody>
      </p:sp>
      <p:sp>
        <p:nvSpPr>
          <p:cNvPr id="7" name="Text Box 6"/>
          <p:cNvSpPr txBox="1"/>
          <p:nvPr/>
        </p:nvSpPr>
        <p:spPr>
          <a:xfrm>
            <a:off x="711200" y="3106420"/>
            <a:ext cx="4064000" cy="645160"/>
          </a:xfrm>
          <a:prstGeom prst="rect">
            <a:avLst/>
          </a:prstGeom>
          <a:noFill/>
        </p:spPr>
        <p:txBody>
          <a:bodyPr wrap="square" rtlCol="0">
            <a:spAutoFit/>
          </a:bodyPr>
          <a:p>
            <a:r>
              <a:rPr lang="en-US"/>
              <a:t>Выбор по классу (class)</a:t>
            </a:r>
            <a:endParaRPr lang="en-US"/>
          </a:p>
          <a:p>
            <a:r>
              <a:rPr lang="en-US"/>
              <a:t>根据类名 (class) 选择元素</a:t>
            </a:r>
            <a:endParaRPr lang="en-US"/>
          </a:p>
        </p:txBody>
      </p:sp>
      <p:sp>
        <p:nvSpPr>
          <p:cNvPr id="8" name="Slide Number Placeholder 7"/>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2" name="Text Box 1"/>
          <p:cNvSpPr txBox="1"/>
          <p:nvPr/>
        </p:nvSpPr>
        <p:spPr>
          <a:xfrm>
            <a:off x="412750" y="986790"/>
            <a:ext cx="4064000" cy="645160"/>
          </a:xfrm>
          <a:prstGeom prst="rect">
            <a:avLst/>
          </a:prstGeom>
          <a:noFill/>
        </p:spPr>
        <p:txBody>
          <a:bodyPr wrap="square" rtlCol="0">
            <a:spAutoFit/>
          </a:bodyPr>
          <a:p>
            <a:r>
              <a:rPr lang="en-US"/>
              <a:t>Выбор по идентификатору (id)</a:t>
            </a:r>
            <a:endParaRPr lang="en-US"/>
          </a:p>
          <a:p>
            <a:r>
              <a:rPr lang="en-US"/>
              <a:t>根据 ID 选择元素</a:t>
            </a:r>
            <a:endParaRPr lang="en-US"/>
          </a:p>
        </p:txBody>
      </p:sp>
      <p:sp>
        <p:nvSpPr>
          <p:cNvPr id="3" name="Text Box 2"/>
          <p:cNvSpPr txBox="1"/>
          <p:nvPr/>
        </p:nvSpPr>
        <p:spPr>
          <a:xfrm>
            <a:off x="412750" y="2777490"/>
            <a:ext cx="10781665" cy="1245235"/>
          </a:xfrm>
          <a:prstGeom prst="rect">
            <a:avLst/>
          </a:prstGeom>
        </p:spPr>
        <p:txBody>
          <a:bodyPr wrap="square">
            <a:spAutoFit/>
          </a:bodyPr>
          <a:p>
            <a:pPr marL="0" indent="0" algn="l" defTabSz="266700">
              <a:lnSpc>
                <a:spcPts val="1800"/>
              </a:lnSpc>
              <a:spcAft>
                <a:spcPct val="0"/>
              </a:spcAft>
            </a:pPr>
            <a:r>
              <a:rPr sz="1600" b="0">
                <a:solidFill>
                  <a:srgbClr val="800000"/>
                </a:solidFill>
                <a:latin typeface="Menlo" panose="020B0609030804020204"/>
                <a:ea typeface="Menlo" panose="020B0609030804020204"/>
              </a:rPr>
              <a:t>&lt;div</a:t>
            </a:r>
            <a:r>
              <a:rPr sz="1600" b="0">
                <a:solidFill>
                  <a:srgbClr val="3B3B3B"/>
                </a:solidFill>
                <a:latin typeface="Menlo" panose="020B0609030804020204"/>
                <a:ea typeface="Menlo" panose="020B0609030804020204"/>
              </a:rPr>
              <a:t> </a:t>
            </a:r>
            <a:r>
              <a:rPr sz="1600" b="0">
                <a:solidFill>
                  <a:srgbClr val="E50000"/>
                </a:solidFill>
                <a:latin typeface="Menlo" panose="020B0609030804020204"/>
                <a:ea typeface="Menlo" panose="020B0609030804020204"/>
              </a:rPr>
              <a:t>id</a:t>
            </a:r>
            <a:r>
              <a:rPr sz="1600" b="0">
                <a:solidFill>
                  <a:srgbClr val="3B3B3B"/>
                </a:solidFill>
                <a:latin typeface="Menlo" panose="020B0609030804020204"/>
                <a:ea typeface="Menlo" panose="020B0609030804020204"/>
              </a:rPr>
              <a:t>=</a:t>
            </a:r>
            <a:r>
              <a:rPr sz="1600" b="0">
                <a:solidFill>
                  <a:srgbClr val="0000FF"/>
                </a:solidFill>
                <a:latin typeface="Menlo" panose="020B0609030804020204"/>
                <a:ea typeface="Menlo" panose="020B0609030804020204"/>
              </a:rPr>
              <a:t>"uniqueElement"</a:t>
            </a:r>
            <a:r>
              <a:rPr sz="1600" b="0">
                <a:solidFill>
                  <a:srgbClr val="800000"/>
                </a:solidFill>
                <a:latin typeface="Menlo" panose="020B0609030804020204"/>
                <a:ea typeface="Menlo" panose="020B0609030804020204"/>
              </a:rPr>
              <a:t>&gt;</a:t>
            </a:r>
            <a:r>
              <a:rPr sz="1600" b="0">
                <a:solidFill>
                  <a:srgbClr val="3B3B3B"/>
                </a:solidFill>
                <a:latin typeface="Menlo" panose="020B0609030804020204"/>
                <a:ea typeface="Menlo" panose="020B0609030804020204"/>
              </a:rPr>
              <a:t>Этот элемент уникален</a:t>
            </a:r>
            <a:r>
              <a:rPr sz="1600" b="0">
                <a:solidFill>
                  <a:srgbClr val="800000"/>
                </a:solidFill>
                <a:latin typeface="Menlo" panose="020B0609030804020204"/>
                <a:ea typeface="Menlo" panose="020B0609030804020204"/>
              </a:rPr>
              <a:t>&lt;/div&gt;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a:p>
            <a:pPr marL="0" indent="457200" algn="l" defTabSz="266700">
              <a:lnSpc>
                <a:spcPts val="1800"/>
              </a:lnSpc>
              <a:spcAft>
                <a:spcPct val="0"/>
              </a:spcAft>
            </a:pPr>
            <a:r>
              <a:rPr sz="1600" b="0">
                <a:solidFill>
                  <a:srgbClr val="0000FF"/>
                </a:solidFill>
                <a:latin typeface="Menlo" panose="020B0609030804020204"/>
                <a:ea typeface="Menlo" panose="020B0609030804020204"/>
              </a:rPr>
              <a:t>let</a:t>
            </a:r>
            <a:r>
              <a:rPr sz="1600" b="0">
                <a:solidFill>
                  <a:srgbClr val="000000"/>
                </a:solidFill>
                <a:latin typeface="Menlo" panose="020B0609030804020204"/>
                <a:ea typeface="Menlo" panose="020B0609030804020204"/>
              </a:rPr>
              <a:t> </a:t>
            </a:r>
            <a:r>
              <a:rPr sz="1600" b="0">
                <a:solidFill>
                  <a:srgbClr val="001080"/>
                </a:solidFill>
                <a:latin typeface="Menlo" panose="020B0609030804020204"/>
                <a:ea typeface="Menlo" panose="020B0609030804020204"/>
              </a:rPr>
              <a:t>element</a:t>
            </a:r>
            <a:r>
              <a:rPr sz="1600" b="0">
                <a:solidFill>
                  <a:srgbClr val="000000"/>
                </a:solidFill>
                <a:latin typeface="Menlo" panose="020B0609030804020204"/>
                <a:ea typeface="Menlo" panose="020B0609030804020204"/>
              </a:rPr>
              <a:t> = </a:t>
            </a:r>
            <a:r>
              <a:rPr sz="1600" b="0">
                <a:solidFill>
                  <a:srgbClr val="001080"/>
                </a:solidFill>
                <a:latin typeface="Menlo" panose="020B0609030804020204"/>
                <a:ea typeface="Menlo" panose="020B0609030804020204"/>
              </a:rPr>
              <a:t>document</a:t>
            </a:r>
            <a:r>
              <a:rPr sz="1600" b="0">
                <a:solidFill>
                  <a:srgbClr val="000000"/>
                </a:solidFill>
                <a:latin typeface="Menlo" panose="020B0609030804020204"/>
                <a:ea typeface="Menlo" panose="020B0609030804020204"/>
              </a:rPr>
              <a:t>.</a:t>
            </a:r>
            <a:r>
              <a:rPr sz="1600" b="0">
                <a:solidFill>
                  <a:srgbClr val="795E26"/>
                </a:solidFill>
                <a:latin typeface="Menlo" panose="020B0609030804020204"/>
                <a:ea typeface="Menlo" panose="020B0609030804020204"/>
              </a:rPr>
              <a:t>querySelector</a:t>
            </a:r>
            <a:r>
              <a:rPr sz="1600" b="0">
                <a:solidFill>
                  <a:srgbClr val="000000"/>
                </a:solidFill>
                <a:latin typeface="Menlo" panose="020B0609030804020204"/>
                <a:ea typeface="Menlo" panose="020B0609030804020204"/>
              </a:rPr>
              <a:t>(</a:t>
            </a:r>
            <a:r>
              <a:rPr sz="1600" b="0">
                <a:solidFill>
                  <a:srgbClr val="A31515"/>
                </a:solidFill>
                <a:latin typeface="Menlo" panose="020B0609030804020204"/>
                <a:ea typeface="Menlo" panose="020B0609030804020204"/>
              </a:rPr>
              <a:t>"#uniqueElement"</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457200" algn="l" defTabSz="266700">
              <a:lnSpc>
                <a:spcPts val="1800"/>
              </a:lnSpc>
              <a:spcAft>
                <a:spcPct val="0"/>
              </a:spcAft>
            </a:pPr>
            <a:r>
              <a:rPr sz="1600" b="0">
                <a:solidFill>
                  <a:srgbClr val="001080"/>
                </a:solidFill>
                <a:latin typeface="Menlo" panose="020B0609030804020204"/>
                <a:ea typeface="Menlo" panose="020B0609030804020204"/>
              </a:rPr>
              <a:t>console</a:t>
            </a:r>
            <a:r>
              <a:rPr sz="1600" b="0">
                <a:solidFill>
                  <a:srgbClr val="000000"/>
                </a:solidFill>
                <a:latin typeface="Menlo" panose="020B0609030804020204"/>
                <a:ea typeface="Menlo" panose="020B0609030804020204"/>
              </a:rPr>
              <a:t>.</a:t>
            </a:r>
            <a:r>
              <a:rPr sz="1600" b="0">
                <a:solidFill>
                  <a:srgbClr val="795E26"/>
                </a:solidFill>
                <a:latin typeface="Menlo" panose="020B0609030804020204"/>
                <a:ea typeface="Menlo" panose="020B0609030804020204"/>
              </a:rPr>
              <a:t>log</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element</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innerHTML</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2" name="Text Box 1"/>
          <p:cNvSpPr txBox="1"/>
          <p:nvPr/>
        </p:nvSpPr>
        <p:spPr>
          <a:xfrm>
            <a:off x="577850" y="897890"/>
            <a:ext cx="4064000" cy="645160"/>
          </a:xfrm>
          <a:prstGeom prst="rect">
            <a:avLst/>
          </a:prstGeom>
          <a:noFill/>
        </p:spPr>
        <p:txBody>
          <a:bodyPr wrap="square" rtlCol="0">
            <a:spAutoFit/>
          </a:bodyPr>
          <a:p>
            <a:r>
              <a:rPr lang="en-US"/>
              <a:t>Выбор по тегу (tag)</a:t>
            </a:r>
            <a:endParaRPr lang="en-US"/>
          </a:p>
          <a:p>
            <a:r>
              <a:rPr lang="en-US"/>
              <a:t>根据标签名称选择元素</a:t>
            </a:r>
            <a:endParaRPr lang="en-US"/>
          </a:p>
        </p:txBody>
      </p:sp>
      <p:sp>
        <p:nvSpPr>
          <p:cNvPr id="5" name="Text Box 4"/>
          <p:cNvSpPr txBox="1"/>
          <p:nvPr/>
        </p:nvSpPr>
        <p:spPr>
          <a:xfrm>
            <a:off x="3323590" y="2741295"/>
            <a:ext cx="5545455" cy="1706880"/>
          </a:xfrm>
          <a:prstGeom prst="rect">
            <a:avLst/>
          </a:prstGeom>
        </p:spPr>
        <p:txBody>
          <a:bodyPr wrap="square">
            <a:spAutoFit/>
          </a:bodyPr>
          <a:p>
            <a:pPr marL="0" indent="0" algn="l" defTabSz="266700">
              <a:lnSpc>
                <a:spcPts val="1800"/>
              </a:lnSpc>
              <a:spcAft>
                <a:spcPct val="0"/>
              </a:spcAft>
            </a:pPr>
            <a:r>
              <a:rPr sz="1600" b="0">
                <a:solidFill>
                  <a:srgbClr val="800000"/>
                </a:solidFill>
                <a:latin typeface="Menlo" panose="020B0609030804020204"/>
                <a:ea typeface="Menlo" panose="020B0609030804020204"/>
              </a:rPr>
              <a:t>&lt;h1&gt;</a:t>
            </a:r>
            <a:r>
              <a:rPr sz="1600" b="0">
                <a:solidFill>
                  <a:srgbClr val="3B3B3B"/>
                </a:solidFill>
                <a:latin typeface="Menlo" panose="020B0609030804020204"/>
                <a:ea typeface="Menlo" panose="020B0609030804020204"/>
              </a:rPr>
              <a:t>Заголовок 1</a:t>
            </a:r>
            <a:r>
              <a:rPr sz="1600" b="0">
                <a:solidFill>
                  <a:srgbClr val="800000"/>
                </a:solidFill>
                <a:latin typeface="Menlo" panose="020B0609030804020204"/>
                <a:ea typeface="Menlo" panose="020B0609030804020204"/>
              </a:rPr>
              <a:t>&lt;/h1&gt;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&lt;h2&gt;</a:t>
            </a:r>
            <a:r>
              <a:rPr sz="1600" b="0">
                <a:solidFill>
                  <a:srgbClr val="3B3B3B"/>
                </a:solidFill>
                <a:latin typeface="Menlo" panose="020B0609030804020204"/>
                <a:ea typeface="Menlo" panose="020B0609030804020204"/>
              </a:rPr>
              <a:t>Заголовок 2</a:t>
            </a:r>
            <a:r>
              <a:rPr sz="1600" b="0">
                <a:solidFill>
                  <a:srgbClr val="800000"/>
                </a:solidFill>
                <a:latin typeface="Menlo" panose="020B0609030804020204"/>
                <a:ea typeface="Menlo" panose="020B0609030804020204"/>
              </a:rPr>
              <a:t>&lt;/h2&gt;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3B3B3B"/>
                </a:solidFill>
                <a:latin typeface="Menlo" panose="020B0609030804020204"/>
                <a:ea typeface="Menlo" panose="020B0609030804020204"/>
              </a:rPr>
              <a:t> </a:t>
            </a:r>
            <a:endParaRPr sz="1600" b="0">
              <a:solidFill>
                <a:srgbClr val="3B3B3B"/>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0000FF"/>
                </a:solidFill>
                <a:latin typeface="Menlo" panose="020B0609030804020204"/>
                <a:ea typeface="Menlo" panose="020B0609030804020204"/>
              </a:rPr>
              <a:t>let</a:t>
            </a:r>
            <a:r>
              <a:rPr sz="1600" b="0">
                <a:solidFill>
                  <a:srgbClr val="000000"/>
                </a:solidFill>
                <a:latin typeface="Menlo" panose="020B0609030804020204"/>
                <a:ea typeface="Menlo" panose="020B0609030804020204"/>
              </a:rPr>
              <a:t> </a:t>
            </a:r>
            <a:r>
              <a:rPr sz="1600" b="0">
                <a:solidFill>
                  <a:srgbClr val="001080"/>
                </a:solidFill>
                <a:latin typeface="Menlo" panose="020B0609030804020204"/>
                <a:ea typeface="Menlo" panose="020B0609030804020204"/>
              </a:rPr>
              <a:t>element</a:t>
            </a:r>
            <a:r>
              <a:rPr sz="1600" b="0">
                <a:solidFill>
                  <a:srgbClr val="000000"/>
                </a:solidFill>
                <a:latin typeface="Menlo" panose="020B0609030804020204"/>
                <a:ea typeface="Menlo" panose="020B0609030804020204"/>
              </a:rPr>
              <a:t> = </a:t>
            </a:r>
            <a:r>
              <a:rPr sz="1600" b="0">
                <a:solidFill>
                  <a:srgbClr val="001080"/>
                </a:solidFill>
                <a:latin typeface="Menlo" panose="020B0609030804020204"/>
                <a:ea typeface="Menlo" panose="020B0609030804020204"/>
              </a:rPr>
              <a:t>document</a:t>
            </a:r>
            <a:r>
              <a:rPr sz="1600" b="0">
                <a:solidFill>
                  <a:srgbClr val="000000"/>
                </a:solidFill>
                <a:latin typeface="Menlo" panose="020B0609030804020204"/>
                <a:ea typeface="Menlo" panose="020B0609030804020204"/>
              </a:rPr>
              <a:t>.</a:t>
            </a:r>
            <a:r>
              <a:rPr sz="1600" b="0">
                <a:solidFill>
                  <a:srgbClr val="795E26"/>
                </a:solidFill>
                <a:latin typeface="Menlo" panose="020B0609030804020204"/>
                <a:ea typeface="Menlo" panose="020B0609030804020204"/>
              </a:rPr>
              <a:t>querySelector</a:t>
            </a:r>
            <a:r>
              <a:rPr sz="1600" b="0">
                <a:solidFill>
                  <a:srgbClr val="000000"/>
                </a:solidFill>
                <a:latin typeface="Menlo" panose="020B0609030804020204"/>
                <a:ea typeface="Menlo" panose="020B0609030804020204"/>
              </a:rPr>
              <a:t>(</a:t>
            </a:r>
            <a:r>
              <a:rPr sz="1600" b="0">
                <a:solidFill>
                  <a:srgbClr val="A31515"/>
                </a:solidFill>
                <a:latin typeface="Menlo" panose="020B0609030804020204"/>
                <a:ea typeface="Menlo" panose="020B0609030804020204"/>
              </a:rPr>
              <a:t>"h1"</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0" algn="l" defTabSz="266700">
              <a:lnSpc>
                <a:spcPts val="1800"/>
              </a:lnSpc>
              <a:spcAft>
                <a:spcPct val="0"/>
              </a:spcAft>
            </a:pPr>
            <a:r>
              <a:rPr sz="1600" b="0">
                <a:solidFill>
                  <a:srgbClr val="001080"/>
                </a:solidFill>
                <a:latin typeface="Menlo" panose="020B0609030804020204"/>
                <a:ea typeface="Menlo" panose="020B0609030804020204"/>
              </a:rPr>
              <a:t>console</a:t>
            </a:r>
            <a:r>
              <a:rPr sz="1600" b="0">
                <a:solidFill>
                  <a:srgbClr val="000000"/>
                </a:solidFill>
                <a:latin typeface="Menlo" panose="020B0609030804020204"/>
                <a:ea typeface="Menlo" panose="020B0609030804020204"/>
              </a:rPr>
              <a:t>.</a:t>
            </a:r>
            <a:r>
              <a:rPr sz="1600" b="0">
                <a:solidFill>
                  <a:srgbClr val="795E26"/>
                </a:solidFill>
                <a:latin typeface="Menlo" panose="020B0609030804020204"/>
                <a:ea typeface="Menlo" panose="020B0609030804020204"/>
              </a:rPr>
              <a:t>log</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element</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innerHTML</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2" name="Text Box 1"/>
          <p:cNvSpPr txBox="1"/>
          <p:nvPr/>
        </p:nvSpPr>
        <p:spPr>
          <a:xfrm>
            <a:off x="755650" y="1035050"/>
            <a:ext cx="4064000" cy="645160"/>
          </a:xfrm>
          <a:prstGeom prst="rect">
            <a:avLst/>
          </a:prstGeom>
          <a:noFill/>
        </p:spPr>
        <p:txBody>
          <a:bodyPr wrap="square" rtlCol="0">
            <a:spAutoFit/>
          </a:bodyPr>
          <a:p>
            <a:r>
              <a:rPr lang="en-US"/>
              <a:t>Выбор по атрибуту</a:t>
            </a:r>
            <a:endParaRPr lang="en-US"/>
          </a:p>
          <a:p>
            <a:r>
              <a:rPr lang="en-US"/>
              <a:t>根据属性选择元素</a:t>
            </a:r>
            <a:endParaRPr lang="en-US"/>
          </a:p>
        </p:txBody>
      </p:sp>
      <p:sp>
        <p:nvSpPr>
          <p:cNvPr id="6" name="Text Box 5"/>
          <p:cNvSpPr txBox="1"/>
          <p:nvPr/>
        </p:nvSpPr>
        <p:spPr>
          <a:xfrm>
            <a:off x="755650" y="2451100"/>
            <a:ext cx="10033000" cy="1722120"/>
          </a:xfrm>
          <a:prstGeom prst="rect">
            <a:avLst/>
          </a:prstGeom>
        </p:spPr>
        <p:txBody>
          <a:bodyPr wrap="square">
            <a:spAutoFit/>
          </a:bodyPr>
          <a:p>
            <a:pPr marL="0" indent="0" algn="l" defTabSz="266700">
              <a:lnSpc>
                <a:spcPts val="1800"/>
              </a:lnSpc>
              <a:spcAft>
                <a:spcPct val="0"/>
              </a:spcAft>
            </a:pPr>
            <a:r>
              <a:rPr sz="1600" b="0">
                <a:solidFill>
                  <a:srgbClr val="800000"/>
                </a:solidFill>
                <a:latin typeface="Menlo" panose="020B0609030804020204"/>
                <a:ea typeface="Menlo" panose="020B0609030804020204"/>
              </a:rPr>
              <a:t>&lt;div</a:t>
            </a:r>
            <a:r>
              <a:rPr sz="1600" b="0">
                <a:solidFill>
                  <a:srgbClr val="3B3B3B"/>
                </a:solidFill>
                <a:latin typeface="Menlo" panose="020B0609030804020204"/>
                <a:ea typeface="Menlo" panose="020B0609030804020204"/>
              </a:rPr>
              <a:t> </a:t>
            </a:r>
            <a:r>
              <a:rPr sz="1600" b="0">
                <a:solidFill>
                  <a:srgbClr val="E50000"/>
                </a:solidFill>
                <a:latin typeface="Menlo" panose="020B0609030804020204"/>
                <a:ea typeface="Menlo" panose="020B0609030804020204"/>
              </a:rPr>
              <a:t>data-info</a:t>
            </a:r>
            <a:r>
              <a:rPr sz="1600" b="0">
                <a:solidFill>
                  <a:srgbClr val="3B3B3B"/>
                </a:solidFill>
                <a:latin typeface="Menlo" panose="020B0609030804020204"/>
                <a:ea typeface="Menlo" panose="020B0609030804020204"/>
              </a:rPr>
              <a:t>=</a:t>
            </a:r>
            <a:r>
              <a:rPr sz="1600" b="0">
                <a:solidFill>
                  <a:srgbClr val="0000FF"/>
                </a:solidFill>
                <a:latin typeface="Menlo" panose="020B0609030804020204"/>
                <a:ea typeface="Menlo" panose="020B0609030804020204"/>
              </a:rPr>
              <a:t>"product1"</a:t>
            </a:r>
            <a:r>
              <a:rPr sz="1600" b="0">
                <a:solidFill>
                  <a:srgbClr val="800000"/>
                </a:solidFill>
                <a:latin typeface="Menlo" panose="020B0609030804020204"/>
                <a:ea typeface="Menlo" panose="020B0609030804020204"/>
              </a:rPr>
              <a:t>&gt;</a:t>
            </a:r>
            <a:r>
              <a:rPr sz="1600" b="0">
                <a:solidFill>
                  <a:srgbClr val="3B3B3B"/>
                </a:solidFill>
                <a:latin typeface="Menlo" panose="020B0609030804020204"/>
                <a:ea typeface="Menlo" panose="020B0609030804020204"/>
              </a:rPr>
              <a:t>Товар 1</a:t>
            </a:r>
            <a:r>
              <a:rPr sz="1600" b="0">
                <a:solidFill>
                  <a:srgbClr val="800000"/>
                </a:solidFill>
                <a:latin typeface="Menlo" panose="020B0609030804020204"/>
                <a:ea typeface="Menlo" panose="020B0609030804020204"/>
              </a:rPr>
              <a:t>&lt;/div&gt;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&lt;div</a:t>
            </a:r>
            <a:r>
              <a:rPr sz="1600" b="0">
                <a:solidFill>
                  <a:srgbClr val="3B3B3B"/>
                </a:solidFill>
                <a:latin typeface="Menlo" panose="020B0609030804020204"/>
                <a:ea typeface="Menlo" panose="020B0609030804020204"/>
              </a:rPr>
              <a:t> </a:t>
            </a:r>
            <a:r>
              <a:rPr sz="1600" b="0">
                <a:solidFill>
                  <a:srgbClr val="E50000"/>
                </a:solidFill>
                <a:latin typeface="Menlo" panose="020B0609030804020204"/>
                <a:ea typeface="Menlo" panose="020B0609030804020204"/>
              </a:rPr>
              <a:t>data-info</a:t>
            </a:r>
            <a:r>
              <a:rPr sz="1600" b="0">
                <a:solidFill>
                  <a:srgbClr val="3B3B3B"/>
                </a:solidFill>
                <a:latin typeface="Menlo" panose="020B0609030804020204"/>
                <a:ea typeface="Menlo" panose="020B0609030804020204"/>
              </a:rPr>
              <a:t>=</a:t>
            </a:r>
            <a:r>
              <a:rPr sz="1600" b="0">
                <a:solidFill>
                  <a:srgbClr val="0000FF"/>
                </a:solidFill>
                <a:latin typeface="Menlo" panose="020B0609030804020204"/>
                <a:ea typeface="Menlo" panose="020B0609030804020204"/>
              </a:rPr>
              <a:t>"product2"</a:t>
            </a:r>
            <a:r>
              <a:rPr sz="1600" b="0">
                <a:solidFill>
                  <a:srgbClr val="800000"/>
                </a:solidFill>
                <a:latin typeface="Menlo" panose="020B0609030804020204"/>
                <a:ea typeface="Menlo" panose="020B0609030804020204"/>
              </a:rPr>
              <a:t>&gt;</a:t>
            </a:r>
            <a:r>
              <a:rPr sz="1600" b="0">
                <a:solidFill>
                  <a:srgbClr val="3B3B3B"/>
                </a:solidFill>
                <a:latin typeface="Menlo" panose="020B0609030804020204"/>
                <a:ea typeface="Menlo" panose="020B0609030804020204"/>
              </a:rPr>
              <a:t>Товар 2</a:t>
            </a:r>
            <a:r>
              <a:rPr sz="1600" b="0">
                <a:solidFill>
                  <a:srgbClr val="800000"/>
                </a:solidFill>
                <a:latin typeface="Menlo" panose="020B0609030804020204"/>
                <a:ea typeface="Menlo" panose="020B0609030804020204"/>
              </a:rPr>
              <a:t>&lt;/div&gt;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&lt;div</a:t>
            </a:r>
            <a:r>
              <a:rPr sz="1600" b="0">
                <a:solidFill>
                  <a:srgbClr val="3B3B3B"/>
                </a:solidFill>
                <a:latin typeface="Menlo" panose="020B0609030804020204"/>
                <a:ea typeface="Menlo" panose="020B0609030804020204"/>
              </a:rPr>
              <a:t> </a:t>
            </a:r>
            <a:r>
              <a:rPr sz="1600" b="0">
                <a:solidFill>
                  <a:srgbClr val="E50000"/>
                </a:solidFill>
                <a:latin typeface="Menlo" panose="020B0609030804020204"/>
                <a:ea typeface="Menlo" panose="020B0609030804020204"/>
              </a:rPr>
              <a:t>data-info</a:t>
            </a:r>
            <a:r>
              <a:rPr sz="1600" b="0">
                <a:solidFill>
                  <a:srgbClr val="3B3B3B"/>
                </a:solidFill>
                <a:latin typeface="Menlo" panose="020B0609030804020204"/>
                <a:ea typeface="Menlo" panose="020B0609030804020204"/>
              </a:rPr>
              <a:t>=</a:t>
            </a:r>
            <a:r>
              <a:rPr sz="1600" b="0">
                <a:solidFill>
                  <a:srgbClr val="0000FF"/>
                </a:solidFill>
                <a:latin typeface="Menlo" panose="020B0609030804020204"/>
                <a:ea typeface="Menlo" panose="020B0609030804020204"/>
              </a:rPr>
              <a:t>"product3"</a:t>
            </a:r>
            <a:r>
              <a:rPr sz="1600" b="0">
                <a:solidFill>
                  <a:srgbClr val="800000"/>
                </a:solidFill>
                <a:latin typeface="Menlo" panose="020B0609030804020204"/>
                <a:ea typeface="Menlo" panose="020B0609030804020204"/>
              </a:rPr>
              <a:t>&gt;</a:t>
            </a:r>
            <a:r>
              <a:rPr sz="1600" b="0">
                <a:solidFill>
                  <a:srgbClr val="3B3B3B"/>
                </a:solidFill>
                <a:latin typeface="Menlo" panose="020B0609030804020204"/>
                <a:ea typeface="Menlo" panose="020B0609030804020204"/>
              </a:rPr>
              <a:t>Товар 3</a:t>
            </a:r>
            <a:r>
              <a:rPr sz="1600" b="0">
                <a:solidFill>
                  <a:srgbClr val="800000"/>
                </a:solidFill>
                <a:latin typeface="Menlo" panose="020B0609030804020204"/>
                <a:ea typeface="Menlo" panose="020B0609030804020204"/>
              </a:rPr>
              <a:t>&lt;/div&gt;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0000FF"/>
                </a:solidFill>
                <a:latin typeface="Menlo" panose="020B0609030804020204"/>
                <a:ea typeface="Menlo" panose="020B0609030804020204"/>
              </a:rPr>
              <a:t>let</a:t>
            </a:r>
            <a:r>
              <a:rPr sz="1600" b="0">
                <a:solidFill>
                  <a:srgbClr val="000000"/>
                </a:solidFill>
                <a:latin typeface="Menlo" panose="020B0609030804020204"/>
                <a:ea typeface="Menlo" panose="020B0609030804020204"/>
              </a:rPr>
              <a:t> </a:t>
            </a:r>
            <a:r>
              <a:rPr sz="1600" b="0">
                <a:solidFill>
                  <a:srgbClr val="001080"/>
                </a:solidFill>
                <a:latin typeface="Menlo" panose="020B0609030804020204"/>
                <a:ea typeface="Menlo" panose="020B0609030804020204"/>
              </a:rPr>
              <a:t>element</a:t>
            </a:r>
            <a:r>
              <a:rPr sz="1600" b="0">
                <a:solidFill>
                  <a:srgbClr val="000000"/>
                </a:solidFill>
                <a:latin typeface="Menlo" panose="020B0609030804020204"/>
                <a:ea typeface="Menlo" panose="020B0609030804020204"/>
              </a:rPr>
              <a:t> = </a:t>
            </a:r>
            <a:r>
              <a:rPr sz="1600" b="0">
                <a:solidFill>
                  <a:srgbClr val="001080"/>
                </a:solidFill>
                <a:latin typeface="Menlo" panose="020B0609030804020204"/>
                <a:ea typeface="Menlo" panose="020B0609030804020204"/>
              </a:rPr>
              <a:t>document</a:t>
            </a:r>
            <a:r>
              <a:rPr sz="1600" b="0">
                <a:solidFill>
                  <a:srgbClr val="000000"/>
                </a:solidFill>
                <a:latin typeface="Menlo" panose="020B0609030804020204"/>
                <a:ea typeface="Menlo" panose="020B0609030804020204"/>
              </a:rPr>
              <a:t>.</a:t>
            </a:r>
            <a:r>
              <a:rPr sz="1600" b="0">
                <a:solidFill>
                  <a:srgbClr val="795E26"/>
                </a:solidFill>
                <a:latin typeface="Menlo" panose="020B0609030804020204"/>
                <a:ea typeface="Menlo" panose="020B0609030804020204"/>
              </a:rPr>
              <a:t>querySelector</a:t>
            </a:r>
            <a:r>
              <a:rPr sz="1600" b="0">
                <a:solidFill>
                  <a:srgbClr val="000000"/>
                </a:solidFill>
                <a:latin typeface="Menlo" panose="020B0609030804020204"/>
                <a:ea typeface="Menlo" panose="020B0609030804020204"/>
              </a:rPr>
              <a:t>(</a:t>
            </a:r>
            <a:r>
              <a:rPr sz="1600" b="0">
                <a:solidFill>
                  <a:srgbClr val="A31515"/>
                </a:solidFill>
                <a:latin typeface="Menlo" panose="020B0609030804020204"/>
                <a:ea typeface="Menlo" panose="020B0609030804020204"/>
              </a:rPr>
              <a:t>'[data-info="product2"]'</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0" algn="l" defTabSz="266700">
              <a:lnSpc>
                <a:spcPts val="1800"/>
              </a:lnSpc>
              <a:spcAft>
                <a:spcPct val="0"/>
              </a:spcAft>
            </a:pPr>
            <a:r>
              <a:rPr sz="1600" b="0">
                <a:solidFill>
                  <a:srgbClr val="001080"/>
                </a:solidFill>
                <a:latin typeface="Menlo" panose="020B0609030804020204"/>
                <a:ea typeface="Menlo" panose="020B0609030804020204"/>
              </a:rPr>
              <a:t>console</a:t>
            </a:r>
            <a:r>
              <a:rPr sz="1600" b="0">
                <a:solidFill>
                  <a:srgbClr val="000000"/>
                </a:solidFill>
                <a:latin typeface="Menlo" panose="020B0609030804020204"/>
                <a:ea typeface="Menlo" panose="020B0609030804020204"/>
              </a:rPr>
              <a:t>.</a:t>
            </a:r>
            <a:r>
              <a:rPr sz="1600" b="0">
                <a:solidFill>
                  <a:srgbClr val="795E26"/>
                </a:solidFill>
                <a:latin typeface="Menlo" panose="020B0609030804020204"/>
                <a:ea typeface="Menlo" panose="020B0609030804020204"/>
              </a:rPr>
              <a:t>log</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element</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textContent</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0" algn="just" defTabSz="266700">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4" name="Text Box 3"/>
          <p:cNvSpPr txBox="1"/>
          <p:nvPr/>
        </p:nvSpPr>
        <p:spPr>
          <a:xfrm>
            <a:off x="433070" y="314325"/>
            <a:ext cx="5429250" cy="1198880"/>
          </a:xfrm>
          <a:prstGeom prst="rect">
            <a:avLst/>
          </a:prstGeom>
          <a:noFill/>
        </p:spPr>
        <p:txBody>
          <a:bodyPr wrap="square" rtlCol="0">
            <a:spAutoFit/>
          </a:bodyPr>
          <a:p>
            <a:r>
              <a:rPr lang="en-US"/>
              <a:t>element.setAttribute(attributeName, value)</a:t>
            </a:r>
            <a:endParaRPr lang="en-US"/>
          </a:p>
          <a:p>
            <a:endParaRPr lang="en-US"/>
          </a:p>
          <a:p>
            <a:r>
              <a:rPr lang="en-US"/>
              <a:t>(Устанавливает атрибут для элемента)</a:t>
            </a:r>
            <a:endParaRPr lang="en-US"/>
          </a:p>
          <a:p>
            <a:r>
              <a:rPr lang="en-US"/>
              <a:t>(为元素设置属性)</a:t>
            </a:r>
            <a:endParaRPr lang="en-US"/>
          </a:p>
        </p:txBody>
      </p:sp>
      <p:sp>
        <p:nvSpPr>
          <p:cNvPr id="6" name="Text Box 5"/>
          <p:cNvSpPr txBox="1"/>
          <p:nvPr/>
        </p:nvSpPr>
        <p:spPr>
          <a:xfrm>
            <a:off x="2564130" y="2320925"/>
            <a:ext cx="7479665" cy="3553460"/>
          </a:xfrm>
          <a:prstGeom prst="rect">
            <a:avLst/>
          </a:prstGeom>
        </p:spPr>
        <p:txBody>
          <a:bodyPr wrap="square">
            <a:spAutoFit/>
          </a:bodyPr>
          <a:p>
            <a:pPr marL="0" indent="0" algn="l" defTabSz="266700">
              <a:lnSpc>
                <a:spcPts val="1800"/>
              </a:lnSpc>
              <a:spcAft>
                <a:spcPct val="0"/>
              </a:spcAft>
            </a:pPr>
            <a:r>
              <a:rPr sz="1600" b="0">
                <a:solidFill>
                  <a:srgbClr val="800000"/>
                </a:solidFill>
                <a:latin typeface="Menlo" panose="020B0609030804020204"/>
                <a:ea typeface="Menlo" panose="020B0609030804020204"/>
              </a:rPr>
              <a:t>&lt;head&gt;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&lt;meta</a:t>
            </a:r>
            <a:r>
              <a:rPr sz="1600" b="0">
                <a:solidFill>
                  <a:srgbClr val="3B3B3B"/>
                </a:solidFill>
                <a:latin typeface="Menlo" panose="020B0609030804020204"/>
                <a:ea typeface="Menlo" panose="020B0609030804020204"/>
              </a:rPr>
              <a:t> </a:t>
            </a:r>
            <a:r>
              <a:rPr sz="1600" b="0">
                <a:solidFill>
                  <a:srgbClr val="E50000"/>
                </a:solidFill>
                <a:latin typeface="Menlo" panose="020B0609030804020204"/>
                <a:ea typeface="Menlo" panose="020B0609030804020204"/>
              </a:rPr>
              <a:t>charset</a:t>
            </a:r>
            <a:r>
              <a:rPr sz="1600" b="0">
                <a:solidFill>
                  <a:srgbClr val="3B3B3B"/>
                </a:solidFill>
                <a:latin typeface="Menlo" panose="020B0609030804020204"/>
                <a:ea typeface="Menlo" panose="020B0609030804020204"/>
              </a:rPr>
              <a:t>=</a:t>
            </a:r>
            <a:r>
              <a:rPr sz="1600" b="0">
                <a:solidFill>
                  <a:srgbClr val="0000FF"/>
                </a:solidFill>
                <a:latin typeface="Menlo" panose="020B0609030804020204"/>
                <a:ea typeface="Menlo" panose="020B0609030804020204"/>
              </a:rPr>
              <a:t>"UTF-8"</a:t>
            </a:r>
            <a:r>
              <a:rPr sz="1600" b="0">
                <a:solidFill>
                  <a:srgbClr val="800000"/>
                </a:solidFill>
                <a:latin typeface="Menlo" panose="020B0609030804020204"/>
                <a:ea typeface="Menlo" panose="020B0609030804020204"/>
              </a:rPr>
              <a:t>&gt;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&lt;style&gt;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.newClass</a:t>
            </a:r>
            <a:r>
              <a:rPr sz="1600" b="0">
                <a:solidFill>
                  <a:srgbClr val="000000"/>
                </a:solidFill>
                <a:latin typeface="Menlo" panose="020B0609030804020204"/>
                <a:ea typeface="Menlo" panose="020B0609030804020204"/>
              </a:rPr>
              <a:t> {</a:t>
            </a:r>
            <a:endParaRPr sz="16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E50000"/>
                </a:solidFill>
                <a:latin typeface="Menlo" panose="020B0609030804020204"/>
                <a:ea typeface="Menlo" panose="020B0609030804020204"/>
              </a:rPr>
              <a:t>color</a:t>
            </a:r>
            <a:r>
              <a:rPr sz="1600" b="0">
                <a:solidFill>
                  <a:srgbClr val="000000"/>
                </a:solidFill>
                <a:latin typeface="Menlo" panose="020B0609030804020204"/>
                <a:ea typeface="Menlo" panose="020B0609030804020204"/>
              </a:rPr>
              <a:t>: </a:t>
            </a:r>
            <a:r>
              <a:rPr sz="1600" b="0">
                <a:solidFill>
                  <a:srgbClr val="0451A5"/>
                </a:solidFill>
                <a:latin typeface="Menlo" panose="020B0609030804020204"/>
                <a:ea typeface="Menlo" panose="020B0609030804020204"/>
              </a:rPr>
              <a:t>red</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0" algn="l" defTabSz="266700">
              <a:lnSpc>
                <a:spcPts val="1800"/>
              </a:lnSpc>
              <a:spcAft>
                <a:spcPct val="0"/>
              </a:spcAft>
            </a:pP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&lt;/style&gt;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&lt;/head&gt;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&lt;body&gt;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&lt;p</a:t>
            </a:r>
            <a:r>
              <a:rPr sz="1600" b="0">
                <a:solidFill>
                  <a:srgbClr val="3B3B3B"/>
                </a:solidFill>
                <a:latin typeface="Menlo" panose="020B0609030804020204"/>
                <a:ea typeface="Menlo" panose="020B0609030804020204"/>
              </a:rPr>
              <a:t> </a:t>
            </a:r>
            <a:r>
              <a:rPr sz="1600" b="0">
                <a:solidFill>
                  <a:srgbClr val="E50000"/>
                </a:solidFill>
                <a:latin typeface="Menlo" panose="020B0609030804020204"/>
                <a:ea typeface="Menlo" panose="020B0609030804020204"/>
              </a:rPr>
              <a:t>id</a:t>
            </a:r>
            <a:r>
              <a:rPr sz="1600" b="0">
                <a:solidFill>
                  <a:srgbClr val="3B3B3B"/>
                </a:solidFill>
                <a:latin typeface="Menlo" panose="020B0609030804020204"/>
                <a:ea typeface="Menlo" panose="020B0609030804020204"/>
              </a:rPr>
              <a:t>=</a:t>
            </a:r>
            <a:r>
              <a:rPr sz="1600" b="0">
                <a:solidFill>
                  <a:srgbClr val="0000FF"/>
                </a:solidFill>
                <a:latin typeface="Menlo" panose="020B0609030804020204"/>
                <a:ea typeface="Menlo" panose="020B0609030804020204"/>
              </a:rPr>
              <a:t>"myElement"</a:t>
            </a:r>
            <a:r>
              <a:rPr sz="1600" b="0">
                <a:solidFill>
                  <a:srgbClr val="800000"/>
                </a:solidFill>
                <a:latin typeface="Menlo" panose="020B0609030804020204"/>
                <a:ea typeface="Menlo" panose="020B0609030804020204"/>
              </a:rPr>
              <a:t>&gt;</a:t>
            </a:r>
            <a:r>
              <a:rPr lang="en-US" sz="1600" b="0">
                <a:solidFill>
                  <a:srgbClr val="800000"/>
                </a:solidFill>
                <a:latin typeface="Menlo" panose="020B0609030804020204"/>
                <a:ea typeface="Menlo" panose="020B0609030804020204"/>
              </a:rPr>
              <a:t>Text</a:t>
            </a:r>
            <a:r>
              <a:rPr sz="1600" b="0">
                <a:solidFill>
                  <a:srgbClr val="800000"/>
                </a:solidFill>
                <a:latin typeface="Menlo" panose="020B0609030804020204"/>
                <a:ea typeface="Menlo" panose="020B0609030804020204"/>
              </a:rPr>
              <a:t>&lt;/p&gt;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0000FF"/>
                </a:solidFill>
                <a:latin typeface="Menlo" panose="020B0609030804020204"/>
                <a:ea typeface="Menlo" panose="020B0609030804020204"/>
              </a:rPr>
              <a:t>let</a:t>
            </a:r>
            <a:r>
              <a:rPr sz="1600" b="0">
                <a:solidFill>
                  <a:srgbClr val="000000"/>
                </a:solidFill>
                <a:latin typeface="Menlo" panose="020B0609030804020204"/>
                <a:ea typeface="Menlo" panose="020B0609030804020204"/>
              </a:rPr>
              <a:t> </a:t>
            </a:r>
            <a:r>
              <a:rPr sz="1600" b="0">
                <a:solidFill>
                  <a:srgbClr val="001080"/>
                </a:solidFill>
                <a:latin typeface="Menlo" panose="020B0609030804020204"/>
                <a:ea typeface="Menlo" panose="020B0609030804020204"/>
              </a:rPr>
              <a:t>element</a:t>
            </a:r>
            <a:r>
              <a:rPr sz="1600" b="0">
                <a:solidFill>
                  <a:srgbClr val="000000"/>
                </a:solidFill>
                <a:latin typeface="Menlo" panose="020B0609030804020204"/>
                <a:ea typeface="Menlo" panose="020B0609030804020204"/>
              </a:rPr>
              <a:t> = </a:t>
            </a:r>
            <a:r>
              <a:rPr sz="1600" b="0">
                <a:solidFill>
                  <a:srgbClr val="001080"/>
                </a:solidFill>
                <a:latin typeface="Menlo" panose="020B0609030804020204"/>
                <a:ea typeface="Menlo" panose="020B0609030804020204"/>
              </a:rPr>
              <a:t>document</a:t>
            </a:r>
            <a:r>
              <a:rPr sz="1600" b="0">
                <a:solidFill>
                  <a:srgbClr val="000000"/>
                </a:solidFill>
                <a:latin typeface="Menlo" panose="020B0609030804020204"/>
                <a:ea typeface="Menlo" panose="020B0609030804020204"/>
              </a:rPr>
              <a:t>.</a:t>
            </a:r>
            <a:r>
              <a:rPr sz="1600" b="0">
                <a:solidFill>
                  <a:srgbClr val="795E26"/>
                </a:solidFill>
                <a:latin typeface="Menlo" panose="020B0609030804020204"/>
                <a:ea typeface="Menlo" panose="020B0609030804020204"/>
              </a:rPr>
              <a:t>getElementById</a:t>
            </a:r>
            <a:r>
              <a:rPr sz="1600" b="0">
                <a:solidFill>
                  <a:srgbClr val="000000"/>
                </a:solidFill>
                <a:latin typeface="Menlo" panose="020B0609030804020204"/>
                <a:ea typeface="Menlo" panose="020B0609030804020204"/>
              </a:rPr>
              <a:t>(</a:t>
            </a:r>
            <a:r>
              <a:rPr sz="1600" b="0">
                <a:solidFill>
                  <a:srgbClr val="A31515"/>
                </a:solidFill>
                <a:latin typeface="Menlo" panose="020B0609030804020204"/>
                <a:ea typeface="Menlo" panose="020B0609030804020204"/>
              </a:rPr>
              <a:t>"myElement"</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001080"/>
                </a:solidFill>
                <a:latin typeface="Menlo" panose="020B0609030804020204"/>
                <a:ea typeface="Menlo" panose="020B0609030804020204"/>
              </a:rPr>
              <a:t>element</a:t>
            </a:r>
            <a:r>
              <a:rPr sz="1600" b="0">
                <a:solidFill>
                  <a:srgbClr val="000000"/>
                </a:solidFill>
                <a:latin typeface="Menlo" panose="020B0609030804020204"/>
                <a:ea typeface="Menlo" panose="020B0609030804020204"/>
              </a:rPr>
              <a:t>.</a:t>
            </a:r>
            <a:r>
              <a:rPr sz="1600" b="0">
                <a:solidFill>
                  <a:srgbClr val="795E26"/>
                </a:solidFill>
                <a:latin typeface="Menlo" panose="020B0609030804020204"/>
                <a:ea typeface="Menlo" panose="020B0609030804020204"/>
              </a:rPr>
              <a:t>setAttribute</a:t>
            </a:r>
            <a:r>
              <a:rPr sz="1600" b="0">
                <a:solidFill>
                  <a:srgbClr val="000000"/>
                </a:solidFill>
                <a:latin typeface="Menlo" panose="020B0609030804020204"/>
                <a:ea typeface="Menlo" panose="020B0609030804020204"/>
              </a:rPr>
              <a:t>(</a:t>
            </a:r>
            <a:r>
              <a:rPr sz="1600" b="0">
                <a:solidFill>
                  <a:srgbClr val="A31515"/>
                </a:solidFill>
                <a:latin typeface="Menlo" panose="020B0609030804020204"/>
                <a:ea typeface="Menlo" panose="020B0609030804020204"/>
              </a:rPr>
              <a:t>"class"</a:t>
            </a:r>
            <a:r>
              <a:rPr sz="1600" b="0">
                <a:solidFill>
                  <a:srgbClr val="000000"/>
                </a:solidFill>
                <a:latin typeface="Menlo" panose="020B0609030804020204"/>
                <a:ea typeface="Menlo" panose="020B0609030804020204"/>
              </a:rPr>
              <a:t>, </a:t>
            </a:r>
            <a:r>
              <a:rPr sz="1600" b="0">
                <a:solidFill>
                  <a:srgbClr val="A31515"/>
                </a:solidFill>
                <a:latin typeface="Menlo" panose="020B0609030804020204"/>
                <a:ea typeface="Menlo" panose="020B0609030804020204"/>
              </a:rPr>
              <a:t>"newClass"</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&lt;/script&gt;</a:t>
            </a:r>
            <a:r>
              <a:rPr sz="1600" b="0">
                <a:solidFill>
                  <a:srgbClr val="3B3B3B"/>
                </a:solidFill>
                <a:latin typeface="Menlo" panose="020B0609030804020204"/>
                <a:ea typeface="Menlo" panose="020B0609030804020204"/>
              </a:rPr>
              <a:t> </a:t>
            </a:r>
            <a:endParaRPr sz="1600" b="0">
              <a:solidFill>
                <a:srgbClr val="3B3B3B"/>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&lt;/body&gt;</a:t>
            </a:r>
            <a:endParaRPr sz="1600" b="0">
              <a:solidFill>
                <a:srgbClr val="800000"/>
              </a:solidFill>
              <a:latin typeface="Menlo" panose="020B0609030804020204"/>
              <a:ea typeface="Menlo" panose="020B0609030804020204"/>
            </a:endParaRPr>
          </a:p>
        </p:txBody>
      </p:sp>
      <p:sp>
        <p:nvSpPr>
          <p:cNvPr id="8" name="Slide Number Placeholder 7"/>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Text Box 5"/>
          <p:cNvSpPr txBox="1"/>
          <p:nvPr/>
        </p:nvSpPr>
        <p:spPr>
          <a:xfrm>
            <a:off x="433070" y="314325"/>
            <a:ext cx="5662295" cy="1198880"/>
          </a:xfrm>
          <a:prstGeom prst="rect">
            <a:avLst/>
          </a:prstGeom>
          <a:noFill/>
        </p:spPr>
        <p:txBody>
          <a:bodyPr wrap="square" rtlCol="0">
            <a:spAutoFit/>
          </a:bodyPr>
          <a:p>
            <a:r>
              <a:rPr lang="en-US"/>
              <a:t>element.getAttribute(attributeName)</a:t>
            </a:r>
            <a:endParaRPr lang="en-US"/>
          </a:p>
          <a:p>
            <a:endParaRPr lang="en-US"/>
          </a:p>
          <a:p>
            <a:r>
              <a:rPr lang="en-US"/>
              <a:t>(</a:t>
            </a:r>
            <a:r>
              <a:rPr lang="ru-RU" altLang="en-US"/>
              <a:t>Получение</a:t>
            </a:r>
            <a:r>
              <a:rPr lang="en-US"/>
              <a:t> атрибут</a:t>
            </a:r>
            <a:r>
              <a:rPr lang="ru-RU" altLang="en-US"/>
              <a:t>а</a:t>
            </a:r>
            <a:r>
              <a:rPr lang="en-US"/>
              <a:t> для элемента)</a:t>
            </a:r>
            <a:endParaRPr lang="en-US"/>
          </a:p>
          <a:p>
            <a:r>
              <a:rPr lang="en-US"/>
              <a:t>(获取元素的属性)</a:t>
            </a:r>
            <a:endParaRPr lang="en-US"/>
          </a:p>
        </p:txBody>
      </p:sp>
      <p:sp>
        <p:nvSpPr>
          <p:cNvPr id="8" name="Text Box 7"/>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9" name="Text Box 8"/>
          <p:cNvSpPr txBox="1"/>
          <p:nvPr/>
        </p:nvSpPr>
        <p:spPr>
          <a:xfrm>
            <a:off x="1294765" y="2806700"/>
            <a:ext cx="9633585" cy="1245235"/>
          </a:xfrm>
          <a:prstGeom prst="rect">
            <a:avLst/>
          </a:prstGeom>
        </p:spPr>
        <p:txBody>
          <a:bodyPr wrap="square">
            <a:spAutoFit/>
          </a:bodyPr>
          <a:p>
            <a:pPr>
              <a:lnSpc>
                <a:spcPts val="1800"/>
              </a:lnSpc>
            </a:pPr>
            <a:r>
              <a:rPr sz="2400" b="0">
                <a:solidFill>
                  <a:srgbClr val="0000FF"/>
                </a:solidFill>
                <a:latin typeface="Menlo" panose="020B0609030804020204"/>
                <a:ea typeface="Menlo" panose="020B0609030804020204"/>
              </a:rPr>
              <a:t>const</a:t>
            </a:r>
            <a:r>
              <a:rPr lang="ru-RU" sz="2400" b="0">
                <a:solidFill>
                  <a:srgbClr val="0000FF"/>
                </a:solidFill>
                <a:latin typeface="Menlo" panose="020B0609030804020204"/>
                <a:ea typeface="Menlo" panose="020B0609030804020204"/>
              </a:rPr>
              <a:t> </a:t>
            </a:r>
            <a:r>
              <a:rPr lang="en-US" altLang="ru-RU" sz="2400" b="0">
                <a:solidFill>
                  <a:srgbClr val="0000FF"/>
                </a:solidFill>
                <a:latin typeface="Menlo" panose="020B0609030804020204"/>
                <a:ea typeface="Menlo" panose="020B0609030804020204"/>
              </a:rPr>
              <a:t>element</a:t>
            </a:r>
            <a:r>
              <a:rPr sz="2400" b="0">
                <a:solidFill>
                  <a:srgbClr val="000000"/>
                </a:solidFill>
                <a:latin typeface="Menlo" panose="020B0609030804020204"/>
                <a:ea typeface="Menlo" panose="020B0609030804020204"/>
              </a:rPr>
              <a:t>=</a:t>
            </a:r>
            <a:r>
              <a:rPr lang="ru-RU" sz="2400" b="0">
                <a:solidFill>
                  <a:srgbClr val="000000"/>
                </a:solidFill>
                <a:latin typeface="Menlo" panose="020B0609030804020204"/>
                <a:ea typeface="Menlo" panose="020B0609030804020204"/>
              </a:rPr>
              <a:t> </a:t>
            </a:r>
            <a:r>
              <a:rPr sz="2400" b="0">
                <a:solidFill>
                  <a:srgbClr val="001080"/>
                </a:solidFill>
                <a:latin typeface="Menlo" panose="020B0609030804020204"/>
                <a:ea typeface="Menlo" panose="020B0609030804020204"/>
              </a:rPr>
              <a:t>document</a:t>
            </a:r>
            <a:r>
              <a:rPr sz="2400" b="0">
                <a:solidFill>
                  <a:srgbClr val="3B3B3B"/>
                </a:solidFill>
                <a:latin typeface="Menlo" panose="020B0609030804020204"/>
                <a:ea typeface="Menlo" panose="020B0609030804020204"/>
              </a:rPr>
              <a:t>.</a:t>
            </a:r>
            <a:r>
              <a:rPr sz="2400" b="0">
                <a:solidFill>
                  <a:srgbClr val="795E26"/>
                </a:solidFill>
                <a:latin typeface="Menlo" panose="020B0609030804020204"/>
                <a:ea typeface="Menlo" panose="020B0609030804020204"/>
              </a:rPr>
              <a:t>querySelector</a:t>
            </a:r>
            <a:r>
              <a:rPr sz="2400" b="0">
                <a:solidFill>
                  <a:srgbClr val="3B3B3B"/>
                </a:solidFill>
                <a:latin typeface="Menlo" panose="020B0609030804020204"/>
                <a:ea typeface="Menlo" panose="020B0609030804020204"/>
              </a:rPr>
              <a:t>(</a:t>
            </a:r>
            <a:r>
              <a:rPr sz="2400" b="0">
                <a:solidFill>
                  <a:srgbClr val="A31515"/>
                </a:solidFill>
                <a:latin typeface="Menlo" panose="020B0609030804020204"/>
                <a:ea typeface="Menlo" panose="020B0609030804020204"/>
              </a:rPr>
              <a:t>"</a:t>
            </a:r>
            <a:r>
              <a:rPr sz="2400">
                <a:solidFill>
                  <a:srgbClr val="A31515"/>
                </a:solidFill>
                <a:latin typeface="Menlo" panose="020B0609030804020204"/>
                <a:ea typeface="Menlo" panose="020B0609030804020204"/>
                <a:sym typeface="+mn-ea"/>
              </a:rPr>
              <a:t>myElement</a:t>
            </a:r>
            <a:r>
              <a:rPr sz="2400" b="0">
                <a:solidFill>
                  <a:srgbClr val="A31515"/>
                </a:solidFill>
                <a:latin typeface="Menlo" panose="020B0609030804020204"/>
                <a:ea typeface="Menlo" panose="020B0609030804020204"/>
              </a:rPr>
              <a:t>"</a:t>
            </a:r>
            <a:r>
              <a:rPr sz="2400" b="0">
                <a:solidFill>
                  <a:srgbClr val="3B3B3B"/>
                </a:solidFill>
                <a:latin typeface="Menlo" panose="020B0609030804020204"/>
                <a:ea typeface="Menlo" panose="020B0609030804020204"/>
              </a:rPr>
              <a:t>);</a:t>
            </a:r>
            <a:endParaRPr sz="2400" b="0">
              <a:solidFill>
                <a:srgbClr val="3B3B3B"/>
              </a:solidFill>
              <a:latin typeface="Menlo" panose="020B0609030804020204"/>
              <a:ea typeface="Menlo" panose="020B0609030804020204"/>
            </a:endParaRPr>
          </a:p>
          <a:p>
            <a:pPr>
              <a:lnSpc>
                <a:spcPts val="1800"/>
              </a:lnSpc>
            </a:pPr>
            <a:endParaRPr sz="2400" b="0">
              <a:solidFill>
                <a:srgbClr val="3B3B3B"/>
              </a:solidFill>
              <a:latin typeface="Menlo" panose="020B0609030804020204"/>
              <a:ea typeface="Menlo" panose="020B0609030804020204"/>
            </a:endParaRPr>
          </a:p>
          <a:p>
            <a:pPr>
              <a:lnSpc>
                <a:spcPts val="1800"/>
              </a:lnSpc>
            </a:pPr>
            <a:r>
              <a:rPr sz="2400" b="0">
                <a:solidFill>
                  <a:srgbClr val="0000FF"/>
                </a:solidFill>
                <a:latin typeface="Menlo" panose="020B0609030804020204"/>
                <a:ea typeface="Menlo" panose="020B0609030804020204"/>
              </a:rPr>
              <a:t>const</a:t>
            </a:r>
            <a:r>
              <a:rPr lang="ru-RU" sz="2400" b="0">
                <a:solidFill>
                  <a:srgbClr val="0000FF"/>
                </a:solidFill>
                <a:latin typeface="Menlo" panose="020B0609030804020204"/>
                <a:ea typeface="Menlo" panose="020B0609030804020204"/>
              </a:rPr>
              <a:t> </a:t>
            </a:r>
            <a:r>
              <a:rPr lang="en-US" sz="2400" b="0">
                <a:solidFill>
                  <a:srgbClr val="0070C1"/>
                </a:solidFill>
                <a:latin typeface="Menlo" panose="020B0609030804020204"/>
                <a:ea typeface="Menlo" panose="020B0609030804020204"/>
              </a:rPr>
              <a:t>class</a:t>
            </a:r>
            <a:r>
              <a:rPr sz="2400" b="0">
                <a:solidFill>
                  <a:srgbClr val="000000"/>
                </a:solidFill>
                <a:latin typeface="Menlo" panose="020B0609030804020204"/>
                <a:ea typeface="Menlo" panose="020B0609030804020204"/>
              </a:rPr>
              <a:t>=</a:t>
            </a:r>
            <a:r>
              <a:rPr lang="ru-RU" sz="2400" b="0">
                <a:solidFill>
                  <a:srgbClr val="000000"/>
                </a:solidFill>
                <a:latin typeface="Menlo" panose="020B0609030804020204"/>
                <a:ea typeface="Menlo" panose="020B0609030804020204"/>
              </a:rPr>
              <a:t> </a:t>
            </a:r>
            <a:r>
              <a:rPr lang="en-US" altLang="ru-RU" sz="2400">
                <a:solidFill>
                  <a:srgbClr val="0000FF"/>
                </a:solidFill>
                <a:latin typeface="Menlo" panose="020B0609030804020204"/>
                <a:ea typeface="Menlo" panose="020B0609030804020204"/>
                <a:sym typeface="+mn-ea"/>
              </a:rPr>
              <a:t>element</a:t>
            </a:r>
            <a:r>
              <a:rPr sz="2400" b="0">
                <a:solidFill>
                  <a:srgbClr val="3B3B3B"/>
                </a:solidFill>
                <a:latin typeface="Menlo" panose="020B0609030804020204"/>
                <a:ea typeface="Menlo" panose="020B0609030804020204"/>
              </a:rPr>
              <a:t>.</a:t>
            </a:r>
            <a:r>
              <a:rPr sz="2400" b="0">
                <a:solidFill>
                  <a:srgbClr val="795E26"/>
                </a:solidFill>
                <a:latin typeface="Menlo" panose="020B0609030804020204"/>
                <a:ea typeface="Menlo" panose="020B0609030804020204"/>
              </a:rPr>
              <a:t>getAttribute</a:t>
            </a:r>
            <a:r>
              <a:rPr sz="2400" b="0">
                <a:solidFill>
                  <a:srgbClr val="3B3B3B"/>
                </a:solidFill>
                <a:latin typeface="Menlo" panose="020B0609030804020204"/>
                <a:ea typeface="Menlo" panose="020B0609030804020204"/>
              </a:rPr>
              <a:t>(</a:t>
            </a:r>
            <a:r>
              <a:rPr sz="2400" b="0">
                <a:solidFill>
                  <a:srgbClr val="A31515"/>
                </a:solidFill>
                <a:latin typeface="Menlo" panose="020B0609030804020204"/>
                <a:ea typeface="Menlo" panose="020B0609030804020204"/>
              </a:rPr>
              <a:t>"</a:t>
            </a:r>
            <a:r>
              <a:rPr sz="2400">
                <a:solidFill>
                  <a:srgbClr val="A31515"/>
                </a:solidFill>
                <a:latin typeface="Menlo" panose="020B0609030804020204"/>
                <a:ea typeface="Menlo" panose="020B0609030804020204"/>
                <a:sym typeface="+mn-ea"/>
              </a:rPr>
              <a:t>class</a:t>
            </a:r>
            <a:r>
              <a:rPr sz="2400" b="0">
                <a:solidFill>
                  <a:srgbClr val="A31515"/>
                </a:solidFill>
                <a:latin typeface="Menlo" panose="020B0609030804020204"/>
                <a:ea typeface="Menlo" panose="020B0609030804020204"/>
              </a:rPr>
              <a:t>"</a:t>
            </a:r>
            <a:r>
              <a:rPr sz="2400" b="0">
                <a:solidFill>
                  <a:srgbClr val="3B3B3B"/>
                </a:solidFill>
                <a:latin typeface="Menlo" panose="020B0609030804020204"/>
                <a:ea typeface="Menlo" panose="020B0609030804020204"/>
              </a:rPr>
              <a:t>);</a:t>
            </a:r>
            <a:endParaRPr sz="2400" b="0">
              <a:solidFill>
                <a:srgbClr val="3B3B3B"/>
              </a:solidFill>
              <a:latin typeface="Menlo" panose="020B0609030804020204"/>
              <a:ea typeface="Menlo" panose="020B0609030804020204"/>
            </a:endParaRPr>
          </a:p>
          <a:p>
            <a:pPr>
              <a:lnSpc>
                <a:spcPts val="1800"/>
              </a:lnSpc>
            </a:pPr>
            <a:endParaRPr sz="2400" b="0">
              <a:solidFill>
                <a:srgbClr val="3B3B3B"/>
              </a:solidFill>
              <a:latin typeface="Menlo" panose="020B0609030804020204"/>
              <a:ea typeface="Menlo" panose="020B0609030804020204"/>
            </a:endParaRPr>
          </a:p>
          <a:p>
            <a:pPr>
              <a:lnSpc>
                <a:spcPts val="1800"/>
              </a:lnSpc>
            </a:pPr>
            <a:r>
              <a:rPr sz="2400" b="0">
                <a:solidFill>
                  <a:srgbClr val="001080"/>
                </a:solidFill>
                <a:latin typeface="Menlo" panose="020B0609030804020204"/>
                <a:ea typeface="Menlo" panose="020B0609030804020204"/>
              </a:rPr>
              <a:t>console</a:t>
            </a:r>
            <a:r>
              <a:rPr sz="2400" b="0">
                <a:solidFill>
                  <a:srgbClr val="3B3B3B"/>
                </a:solidFill>
                <a:latin typeface="Menlo" panose="020B0609030804020204"/>
                <a:ea typeface="Menlo" panose="020B0609030804020204"/>
              </a:rPr>
              <a:t>.</a:t>
            </a:r>
            <a:r>
              <a:rPr sz="2400" b="0">
                <a:solidFill>
                  <a:srgbClr val="795E26"/>
                </a:solidFill>
                <a:latin typeface="Menlo" panose="020B0609030804020204"/>
                <a:ea typeface="Menlo" panose="020B0609030804020204"/>
              </a:rPr>
              <a:t>log</a:t>
            </a:r>
            <a:r>
              <a:rPr sz="2400" b="0">
                <a:solidFill>
                  <a:srgbClr val="3B3B3B"/>
                </a:solidFill>
                <a:latin typeface="Menlo" panose="020B0609030804020204"/>
                <a:ea typeface="Menlo" panose="020B0609030804020204"/>
              </a:rPr>
              <a:t>(</a:t>
            </a:r>
            <a:r>
              <a:rPr lang="en-US" sz="2400">
                <a:solidFill>
                  <a:srgbClr val="0070C1"/>
                </a:solidFill>
                <a:latin typeface="Menlo" panose="020B0609030804020204"/>
                <a:ea typeface="Menlo" panose="020B0609030804020204"/>
                <a:sym typeface="+mn-ea"/>
              </a:rPr>
              <a:t>class</a:t>
            </a:r>
            <a:r>
              <a:rPr sz="2400" b="0">
                <a:solidFill>
                  <a:srgbClr val="3B3B3B"/>
                </a:solidFill>
                <a:latin typeface="Menlo" panose="020B0609030804020204"/>
                <a:ea typeface="Menlo" panose="020B0609030804020204"/>
              </a:rPr>
              <a:t>);</a:t>
            </a:r>
            <a:endParaRPr sz="2400" b="0">
              <a:solidFill>
                <a:srgbClr val="3B3B3B"/>
              </a:solidFill>
              <a:latin typeface="Menlo" panose="020B0609030804020204"/>
              <a:ea typeface="Menlo" panose="020B060903080402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421005" y="314008"/>
            <a:ext cx="4532630" cy="1476375"/>
          </a:xfrm>
          <a:prstGeom prst="rect">
            <a:avLst/>
          </a:prstGeom>
          <a:noFill/>
        </p:spPr>
        <p:txBody>
          <a:bodyPr wrap="square" rtlCol="0">
            <a:spAutoFit/>
          </a:bodyPr>
          <a:p>
            <a:r>
              <a:rPr lang="en-US">
                <a:sym typeface="+mn-ea"/>
              </a:rPr>
              <a:t>element</a:t>
            </a:r>
            <a:r>
              <a:rPr lang="en-US"/>
              <a:t>.removeAttribute("</a:t>
            </a:r>
            <a:r>
              <a:rPr lang="en-US">
                <a:sym typeface="+mn-ea"/>
              </a:rPr>
              <a:t>attributeName</a:t>
            </a:r>
            <a:r>
              <a:rPr lang="en-US"/>
              <a:t>")</a:t>
            </a:r>
            <a:endParaRPr lang="en-US"/>
          </a:p>
          <a:p>
            <a:endParaRPr lang="en-US"/>
          </a:p>
          <a:p>
            <a:r>
              <a:rPr lang="en-US">
                <a:sym typeface="+mn-ea"/>
              </a:rPr>
              <a:t>(</a:t>
            </a:r>
            <a:r>
              <a:rPr lang="ru-RU">
                <a:sym typeface="+mn-ea"/>
              </a:rPr>
              <a:t>Удаление </a:t>
            </a:r>
            <a:r>
              <a:rPr lang="en-US">
                <a:sym typeface="+mn-ea"/>
              </a:rPr>
              <a:t>атрибут</a:t>
            </a:r>
            <a:r>
              <a:rPr lang="ru-RU" altLang="en-US">
                <a:sym typeface="+mn-ea"/>
              </a:rPr>
              <a:t>а</a:t>
            </a:r>
            <a:r>
              <a:rPr lang="en-US">
                <a:sym typeface="+mn-ea"/>
              </a:rPr>
              <a:t>)</a:t>
            </a:r>
            <a:endParaRPr lang="en-US"/>
          </a:p>
          <a:p>
            <a:r>
              <a:rPr lang="en-US">
                <a:sym typeface="+mn-ea"/>
              </a:rPr>
              <a:t>(删除属性)</a:t>
            </a:r>
            <a:endParaRPr lang="en-US"/>
          </a:p>
          <a:p>
            <a:endParaRPr lang="en-US"/>
          </a:p>
        </p:txBody>
      </p:sp>
      <p:sp>
        <p:nvSpPr>
          <p:cNvPr id="8" name="Text Box 7"/>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6" name="Text Box 5"/>
          <p:cNvSpPr txBox="1"/>
          <p:nvPr/>
        </p:nvSpPr>
        <p:spPr>
          <a:xfrm>
            <a:off x="1145540" y="2748915"/>
            <a:ext cx="9794240" cy="783590"/>
          </a:xfrm>
          <a:prstGeom prst="rect">
            <a:avLst/>
          </a:prstGeom>
        </p:spPr>
        <p:txBody>
          <a:bodyPr wrap="square">
            <a:spAutoFit/>
          </a:bodyPr>
          <a:p>
            <a:pPr>
              <a:lnSpc>
                <a:spcPts val="1800"/>
              </a:lnSpc>
            </a:pPr>
            <a:r>
              <a:rPr sz="2400" b="0">
                <a:solidFill>
                  <a:srgbClr val="0000FF"/>
                </a:solidFill>
                <a:latin typeface="Menlo" panose="020B0609030804020204"/>
                <a:ea typeface="Menlo" panose="020B0609030804020204"/>
              </a:rPr>
              <a:t>let</a:t>
            </a:r>
            <a:r>
              <a:rPr lang="en-US" sz="2400" b="0">
                <a:solidFill>
                  <a:srgbClr val="0000FF"/>
                </a:solidFill>
                <a:latin typeface="Menlo" panose="020B0609030804020204"/>
                <a:ea typeface="Menlo" panose="020B0609030804020204"/>
              </a:rPr>
              <a:t> </a:t>
            </a:r>
            <a:r>
              <a:rPr sz="2400" b="0">
                <a:solidFill>
                  <a:srgbClr val="001080"/>
                </a:solidFill>
                <a:latin typeface="Menlo" panose="020B0609030804020204"/>
                <a:ea typeface="Menlo" panose="020B0609030804020204"/>
              </a:rPr>
              <a:t>element</a:t>
            </a:r>
            <a:r>
              <a:rPr sz="2400" b="0">
                <a:solidFill>
                  <a:srgbClr val="000000"/>
                </a:solidFill>
                <a:latin typeface="Menlo" panose="020B0609030804020204"/>
                <a:ea typeface="Menlo" panose="020B0609030804020204"/>
              </a:rPr>
              <a:t> = </a:t>
            </a:r>
            <a:r>
              <a:rPr sz="2400" b="0">
                <a:solidFill>
                  <a:srgbClr val="001080"/>
                </a:solidFill>
                <a:latin typeface="Menlo" panose="020B0609030804020204"/>
                <a:ea typeface="Menlo" panose="020B0609030804020204"/>
              </a:rPr>
              <a:t>document</a:t>
            </a:r>
            <a:r>
              <a:rPr sz="2400" b="0">
                <a:solidFill>
                  <a:srgbClr val="000000"/>
                </a:solidFill>
                <a:latin typeface="Menlo" panose="020B0609030804020204"/>
                <a:ea typeface="Menlo" panose="020B0609030804020204"/>
              </a:rPr>
              <a:t>.</a:t>
            </a:r>
            <a:r>
              <a:rPr sz="2400" b="0">
                <a:solidFill>
                  <a:srgbClr val="795E26"/>
                </a:solidFill>
                <a:latin typeface="Menlo" panose="020B0609030804020204"/>
                <a:ea typeface="Menlo" panose="020B0609030804020204"/>
              </a:rPr>
              <a:t>getElementById</a:t>
            </a:r>
            <a:r>
              <a:rPr sz="2400" b="0">
                <a:solidFill>
                  <a:srgbClr val="000000"/>
                </a:solidFill>
                <a:latin typeface="Menlo" panose="020B0609030804020204"/>
                <a:ea typeface="Menlo" panose="020B0609030804020204"/>
              </a:rPr>
              <a:t>(</a:t>
            </a:r>
            <a:r>
              <a:rPr sz="2400" b="0">
                <a:solidFill>
                  <a:srgbClr val="A31515"/>
                </a:solidFill>
                <a:latin typeface="Menlo" panose="020B0609030804020204"/>
                <a:ea typeface="Menlo" panose="020B0609030804020204"/>
              </a:rPr>
              <a:t>"myElement"</a:t>
            </a:r>
            <a:r>
              <a:rPr sz="2400" b="0">
                <a:solidFill>
                  <a:srgbClr val="000000"/>
                </a:solidFill>
                <a:latin typeface="Menlo" panose="020B0609030804020204"/>
                <a:ea typeface="Menlo" panose="020B0609030804020204"/>
              </a:rPr>
              <a:t>);</a:t>
            </a:r>
            <a:endParaRPr sz="2400" b="0">
              <a:solidFill>
                <a:srgbClr val="000000"/>
              </a:solidFill>
              <a:latin typeface="Menlo" panose="020B0609030804020204"/>
              <a:ea typeface="Menlo" panose="020B0609030804020204"/>
            </a:endParaRPr>
          </a:p>
          <a:p>
            <a:pPr>
              <a:lnSpc>
                <a:spcPts val="1800"/>
              </a:lnSpc>
            </a:pPr>
            <a:endParaRPr sz="2400" b="0">
              <a:solidFill>
                <a:srgbClr val="000000"/>
              </a:solidFill>
              <a:latin typeface="Menlo" panose="020B0609030804020204"/>
              <a:ea typeface="Menlo" panose="020B0609030804020204"/>
            </a:endParaRPr>
          </a:p>
          <a:p>
            <a:pPr>
              <a:lnSpc>
                <a:spcPts val="1800"/>
              </a:lnSpc>
            </a:pPr>
            <a:r>
              <a:rPr sz="2400" b="0">
                <a:solidFill>
                  <a:srgbClr val="001080"/>
                </a:solidFill>
                <a:latin typeface="Menlo" panose="020B0609030804020204"/>
                <a:ea typeface="Menlo" panose="020B0609030804020204"/>
              </a:rPr>
              <a:t>element</a:t>
            </a:r>
            <a:r>
              <a:rPr sz="2400" b="0">
                <a:solidFill>
                  <a:srgbClr val="000000"/>
                </a:solidFill>
                <a:latin typeface="Menlo" panose="020B0609030804020204"/>
                <a:ea typeface="Menlo" panose="020B0609030804020204"/>
              </a:rPr>
              <a:t>.</a:t>
            </a:r>
            <a:r>
              <a:rPr sz="2400" b="0">
                <a:solidFill>
                  <a:srgbClr val="795E26"/>
                </a:solidFill>
                <a:latin typeface="Menlo" panose="020B0609030804020204"/>
                <a:ea typeface="Menlo" panose="020B0609030804020204"/>
              </a:rPr>
              <a:t>removeAttribute</a:t>
            </a:r>
            <a:r>
              <a:rPr sz="2400" b="0">
                <a:solidFill>
                  <a:srgbClr val="000000"/>
                </a:solidFill>
                <a:latin typeface="Menlo" panose="020B0609030804020204"/>
                <a:ea typeface="Menlo" panose="020B0609030804020204"/>
              </a:rPr>
              <a:t>(</a:t>
            </a:r>
            <a:r>
              <a:rPr sz="2400" b="0">
                <a:solidFill>
                  <a:srgbClr val="A31515"/>
                </a:solidFill>
                <a:latin typeface="Menlo" panose="020B0609030804020204"/>
                <a:ea typeface="Menlo" panose="020B0609030804020204"/>
              </a:rPr>
              <a:t>"id"</a:t>
            </a:r>
            <a:r>
              <a:rPr sz="2400" b="0">
                <a:solidFill>
                  <a:srgbClr val="000000"/>
                </a:solidFill>
                <a:latin typeface="Menlo" panose="020B0609030804020204"/>
                <a:ea typeface="Menlo" panose="020B0609030804020204"/>
              </a:rPr>
              <a:t>);</a:t>
            </a:r>
            <a:endParaRPr sz="2400" b="0">
              <a:solidFill>
                <a:srgbClr val="000000"/>
              </a:solidFill>
              <a:latin typeface="Menlo" panose="020B0609030804020204"/>
              <a:ea typeface="Menlo" panose="020B060903080402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8" name="Text Box 7"/>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6" name="Text Box 5"/>
          <p:cNvSpPr txBox="1"/>
          <p:nvPr/>
        </p:nvSpPr>
        <p:spPr>
          <a:xfrm>
            <a:off x="577215" y="1197610"/>
            <a:ext cx="5738495" cy="645160"/>
          </a:xfrm>
          <a:prstGeom prst="rect">
            <a:avLst/>
          </a:prstGeom>
          <a:noFill/>
        </p:spPr>
        <p:txBody>
          <a:bodyPr wrap="square" rtlCol="0">
            <a:spAutoFit/>
          </a:bodyPr>
          <a:p>
            <a:r>
              <a:rPr lang="en-US"/>
              <a:t>Изменение стилей</a:t>
            </a:r>
            <a:endParaRPr lang="en-US"/>
          </a:p>
          <a:p>
            <a:r>
              <a:rPr lang="en-US"/>
              <a:t>Стили можно менять через свойство style.</a:t>
            </a:r>
            <a:endParaRPr lang="en-US"/>
          </a:p>
        </p:txBody>
      </p:sp>
      <p:sp>
        <p:nvSpPr>
          <p:cNvPr id="7" name="Text Box 6"/>
          <p:cNvSpPr txBox="1"/>
          <p:nvPr/>
        </p:nvSpPr>
        <p:spPr>
          <a:xfrm>
            <a:off x="6273800" y="1136015"/>
            <a:ext cx="5080000" cy="706755"/>
          </a:xfrm>
          <a:prstGeom prst="rect">
            <a:avLst/>
          </a:prstGeom>
        </p:spPr>
        <p:txBody>
          <a:bodyPr>
            <a:spAutoFit/>
          </a:bodyPr>
          <a:p>
            <a:pPr marL="0" indent="0" algn="l"/>
            <a:r>
              <a:rPr sz="2000" b="0" i="0">
                <a:solidFill>
                  <a:srgbClr val="0D0D0D"/>
                </a:solidFill>
                <a:latin typeface="ui-sans-serif"/>
                <a:ea typeface="ui-sans-serif"/>
              </a:rPr>
              <a:t>更改样式</a:t>
            </a:r>
            <a:endParaRPr sz="2000" b="0" i="0">
              <a:solidFill>
                <a:srgbClr val="0D0D0D"/>
              </a:solidFill>
              <a:latin typeface="ui-sans-serif"/>
              <a:ea typeface="ui-sans-serif"/>
            </a:endParaRPr>
          </a:p>
          <a:p>
            <a:pPr marL="0" indent="0" algn="l"/>
            <a:r>
              <a:rPr sz="2000" b="0" i="0">
                <a:solidFill>
                  <a:srgbClr val="0D0D0D"/>
                </a:solidFill>
                <a:latin typeface="ui-sans-serif"/>
                <a:ea typeface="ui-sans-serif"/>
              </a:rPr>
              <a:t>可以通过 </a:t>
            </a:r>
            <a:r>
              <a:rPr sz="2000" b="0" i="0">
                <a:solidFill>
                  <a:srgbClr val="0D0D0D"/>
                </a:solidFill>
                <a:latin typeface="ui-monospace"/>
                <a:ea typeface="ui-monospace"/>
              </a:rPr>
              <a:t>style</a:t>
            </a:r>
            <a:r>
              <a:rPr sz="2000" b="0" i="0">
                <a:solidFill>
                  <a:srgbClr val="0D0D0D"/>
                </a:solidFill>
                <a:latin typeface="ui-sans-serif"/>
                <a:ea typeface="ui-sans-serif"/>
              </a:rPr>
              <a:t> 属性更改样式。</a:t>
            </a:r>
            <a:endParaRPr sz="2000" b="0" i="0">
              <a:solidFill>
                <a:srgbClr val="0D0D0D"/>
              </a:solidFill>
              <a:latin typeface="ui-sans-serif"/>
              <a:ea typeface="ui-sans-serif"/>
            </a:endParaRPr>
          </a:p>
        </p:txBody>
      </p:sp>
      <p:sp>
        <p:nvSpPr>
          <p:cNvPr id="9" name="Text Box 8"/>
          <p:cNvSpPr txBox="1"/>
          <p:nvPr/>
        </p:nvSpPr>
        <p:spPr>
          <a:xfrm>
            <a:off x="2280920" y="3016885"/>
            <a:ext cx="7853045" cy="1938020"/>
          </a:xfrm>
          <a:prstGeom prst="rect">
            <a:avLst/>
          </a:prstGeom>
        </p:spPr>
        <p:txBody>
          <a:bodyPr wrap="square">
            <a:spAutoFit/>
          </a:bodyPr>
          <a:p>
            <a:pPr marL="0" indent="0" algn="l" defTabSz="266700">
              <a:lnSpc>
                <a:spcPts val="1800"/>
              </a:lnSpc>
              <a:spcAft>
                <a:spcPct val="0"/>
              </a:spcAft>
            </a:pPr>
            <a:r>
              <a:rPr sz="1600" b="0">
                <a:solidFill>
                  <a:srgbClr val="800000"/>
                </a:solidFill>
                <a:latin typeface="Menlo" panose="020B0609030804020204"/>
                <a:ea typeface="Menlo" panose="020B0609030804020204"/>
              </a:rPr>
              <a:t>&lt;body&gt;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&lt;p</a:t>
            </a:r>
            <a:r>
              <a:rPr sz="1600" b="0">
                <a:solidFill>
                  <a:srgbClr val="3B3B3B"/>
                </a:solidFill>
                <a:latin typeface="Menlo" panose="020B0609030804020204"/>
                <a:ea typeface="Menlo" panose="020B0609030804020204"/>
              </a:rPr>
              <a:t> </a:t>
            </a:r>
            <a:r>
              <a:rPr sz="1600" b="0">
                <a:solidFill>
                  <a:srgbClr val="E50000"/>
                </a:solidFill>
                <a:latin typeface="Menlo" panose="020B0609030804020204"/>
                <a:ea typeface="Menlo" panose="020B0609030804020204"/>
              </a:rPr>
              <a:t>id</a:t>
            </a:r>
            <a:r>
              <a:rPr sz="1600" b="0">
                <a:solidFill>
                  <a:srgbClr val="3B3B3B"/>
                </a:solidFill>
                <a:latin typeface="Menlo" panose="020B0609030804020204"/>
                <a:ea typeface="Menlo" panose="020B0609030804020204"/>
              </a:rPr>
              <a:t>=</a:t>
            </a:r>
            <a:r>
              <a:rPr sz="1600" b="0">
                <a:solidFill>
                  <a:srgbClr val="0000FF"/>
                </a:solidFill>
                <a:latin typeface="Menlo" panose="020B0609030804020204"/>
                <a:ea typeface="Menlo" panose="020B0609030804020204"/>
              </a:rPr>
              <a:t>"myElement"</a:t>
            </a:r>
            <a:r>
              <a:rPr sz="1600" b="0">
                <a:solidFill>
                  <a:srgbClr val="800000"/>
                </a:solidFill>
                <a:latin typeface="Menlo" panose="020B0609030804020204"/>
                <a:ea typeface="Menlo" panose="020B0609030804020204"/>
              </a:rPr>
              <a:t>&gt;</a:t>
            </a:r>
            <a:r>
              <a:rPr sz="1600" b="0">
                <a:solidFill>
                  <a:srgbClr val="3B3B3B"/>
                </a:solidFill>
                <a:latin typeface="Menlo" panose="020B0609030804020204"/>
                <a:ea typeface="Menlo" panose="020B0609030804020204"/>
              </a:rPr>
              <a:t>Старое содержимое</a:t>
            </a:r>
            <a:r>
              <a:rPr sz="1600" b="0">
                <a:solidFill>
                  <a:srgbClr val="800000"/>
                </a:solidFill>
                <a:latin typeface="Menlo" panose="020B0609030804020204"/>
                <a:ea typeface="Menlo" panose="020B0609030804020204"/>
              </a:rPr>
              <a:t>&lt;/p&gt;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0000FF"/>
                </a:solidFill>
                <a:latin typeface="Menlo" panose="020B0609030804020204"/>
                <a:ea typeface="Menlo" panose="020B0609030804020204"/>
              </a:rPr>
              <a:t>const</a:t>
            </a:r>
            <a:r>
              <a:rPr sz="1600" b="0">
                <a:solidFill>
                  <a:srgbClr val="000000"/>
                </a:solidFill>
                <a:latin typeface="Menlo" panose="020B0609030804020204"/>
                <a:ea typeface="Menlo" panose="020B0609030804020204"/>
              </a:rPr>
              <a:t> </a:t>
            </a:r>
            <a:r>
              <a:rPr sz="1600" b="0">
                <a:solidFill>
                  <a:srgbClr val="0070C1"/>
                </a:solidFill>
                <a:latin typeface="Menlo" panose="020B0609030804020204"/>
                <a:ea typeface="Menlo" panose="020B0609030804020204"/>
              </a:rPr>
              <a:t>element</a:t>
            </a:r>
            <a:r>
              <a:rPr sz="1600" b="0">
                <a:solidFill>
                  <a:srgbClr val="000000"/>
                </a:solidFill>
                <a:latin typeface="Menlo" panose="020B0609030804020204"/>
                <a:ea typeface="Menlo" panose="020B0609030804020204"/>
              </a:rPr>
              <a:t> = </a:t>
            </a:r>
            <a:r>
              <a:rPr sz="1600" b="0">
                <a:solidFill>
                  <a:srgbClr val="001080"/>
                </a:solidFill>
                <a:latin typeface="Menlo" panose="020B0609030804020204"/>
                <a:ea typeface="Menlo" panose="020B0609030804020204"/>
              </a:rPr>
              <a:t>document</a:t>
            </a:r>
            <a:r>
              <a:rPr sz="1600" b="0">
                <a:solidFill>
                  <a:srgbClr val="000000"/>
                </a:solidFill>
                <a:latin typeface="Menlo" panose="020B0609030804020204"/>
                <a:ea typeface="Menlo" panose="020B0609030804020204"/>
              </a:rPr>
              <a:t>.</a:t>
            </a:r>
            <a:r>
              <a:rPr sz="1600" b="0">
                <a:solidFill>
                  <a:srgbClr val="795E26"/>
                </a:solidFill>
                <a:latin typeface="Menlo" panose="020B0609030804020204"/>
                <a:ea typeface="Menlo" panose="020B0609030804020204"/>
              </a:rPr>
              <a:t>querySelector</a:t>
            </a:r>
            <a:r>
              <a:rPr sz="1600" b="0">
                <a:solidFill>
                  <a:srgbClr val="000000"/>
                </a:solidFill>
                <a:latin typeface="Menlo" panose="020B0609030804020204"/>
                <a:ea typeface="Menlo" panose="020B0609030804020204"/>
              </a:rPr>
              <a:t>(</a:t>
            </a:r>
            <a:r>
              <a:rPr sz="1600" b="0">
                <a:solidFill>
                  <a:srgbClr val="A31515"/>
                </a:solidFill>
                <a:latin typeface="Menlo" panose="020B0609030804020204"/>
                <a:ea typeface="Menlo" panose="020B0609030804020204"/>
              </a:rPr>
              <a:t>"#myElement"</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0070C1"/>
                </a:solidFill>
                <a:latin typeface="Menlo" panose="020B0609030804020204"/>
                <a:ea typeface="Menlo" panose="020B0609030804020204"/>
              </a:rPr>
              <a:t>element</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style</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backgroundColor</a:t>
            </a:r>
            <a:r>
              <a:rPr sz="1600" b="0">
                <a:solidFill>
                  <a:srgbClr val="000000"/>
                </a:solidFill>
                <a:latin typeface="Menlo" panose="020B0609030804020204"/>
                <a:ea typeface="Menlo" panose="020B0609030804020204"/>
              </a:rPr>
              <a:t> = </a:t>
            </a:r>
            <a:r>
              <a:rPr sz="1600" b="0">
                <a:solidFill>
                  <a:srgbClr val="A31515"/>
                </a:solidFill>
                <a:latin typeface="Menlo" panose="020B0609030804020204"/>
                <a:ea typeface="Menlo" panose="020B0609030804020204"/>
              </a:rPr>
              <a:t>"blue"</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0070C1"/>
                </a:solidFill>
                <a:latin typeface="Menlo" panose="020B0609030804020204"/>
                <a:ea typeface="Menlo" panose="020B0609030804020204"/>
              </a:rPr>
              <a:t>element</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style</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color</a:t>
            </a:r>
            <a:r>
              <a:rPr sz="1600" b="0">
                <a:solidFill>
                  <a:srgbClr val="000000"/>
                </a:solidFill>
                <a:latin typeface="Menlo" panose="020B0609030804020204"/>
                <a:ea typeface="Menlo" panose="020B0609030804020204"/>
              </a:rPr>
              <a:t> = </a:t>
            </a:r>
            <a:r>
              <a:rPr sz="1600" b="0">
                <a:solidFill>
                  <a:srgbClr val="A31515"/>
                </a:solidFill>
                <a:latin typeface="Menlo" panose="020B0609030804020204"/>
                <a:ea typeface="Menlo" panose="020B0609030804020204"/>
              </a:rPr>
              <a:t>"white"</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0070C1"/>
                </a:solidFill>
                <a:latin typeface="Menlo" panose="020B0609030804020204"/>
                <a:ea typeface="Menlo" panose="020B0609030804020204"/>
              </a:rPr>
              <a:t>element</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style</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padding</a:t>
            </a:r>
            <a:r>
              <a:rPr sz="1600" b="0">
                <a:solidFill>
                  <a:srgbClr val="000000"/>
                </a:solidFill>
                <a:latin typeface="Menlo" panose="020B0609030804020204"/>
                <a:ea typeface="Menlo" panose="020B0609030804020204"/>
              </a:rPr>
              <a:t> = </a:t>
            </a:r>
            <a:r>
              <a:rPr sz="1600" b="0">
                <a:solidFill>
                  <a:srgbClr val="A31515"/>
                </a:solidFill>
                <a:latin typeface="Menlo" panose="020B0609030804020204"/>
                <a:ea typeface="Menlo" panose="020B0609030804020204"/>
              </a:rPr>
              <a:t>"10px"</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8" name="Text Box 7"/>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2" name="Text Box 1"/>
          <p:cNvSpPr txBox="1"/>
          <p:nvPr/>
        </p:nvSpPr>
        <p:spPr>
          <a:xfrm>
            <a:off x="420370" y="437198"/>
            <a:ext cx="5080000" cy="756920"/>
          </a:xfrm>
          <a:prstGeom prst="rect">
            <a:avLst/>
          </a:prstGeom>
        </p:spPr>
        <p:txBody>
          <a:bodyPr>
            <a:spAutoFit/>
          </a:bodyPr>
          <a:p>
            <a:pPr marL="0" indent="0" algn="l">
              <a:spcAft>
                <a:spcPct val="60000"/>
              </a:spcAft>
            </a:pPr>
            <a:r>
              <a:rPr sz="1600" b="0" i="0">
                <a:solidFill>
                  <a:srgbClr val="0D0D0D"/>
                </a:solidFill>
                <a:latin typeface="ui-sans-serif"/>
                <a:ea typeface="ui-sans-serif"/>
              </a:rPr>
              <a:t>Добавление/удаление классов</a:t>
            </a:r>
            <a:endParaRPr sz="1600" b="0" i="0">
              <a:solidFill>
                <a:srgbClr val="0D0D0D"/>
              </a:solidFill>
              <a:latin typeface="ui-sans-serif"/>
              <a:ea typeface="ui-sans-serif"/>
            </a:endParaRPr>
          </a:p>
          <a:p>
            <a:pPr marL="0" indent="0" algn="l">
              <a:spcAft>
                <a:spcPct val="60000"/>
              </a:spcAft>
            </a:pPr>
            <a:r>
              <a:rPr sz="1600" b="0" i="0">
                <a:solidFill>
                  <a:srgbClr val="0D0D0D"/>
                </a:solidFill>
                <a:latin typeface="ui-sans-serif"/>
                <a:ea typeface="ui-sans-serif"/>
              </a:rPr>
              <a:t>添加/删除类</a:t>
            </a:r>
            <a:endParaRPr sz="1600" b="0" i="0">
              <a:solidFill>
                <a:srgbClr val="0D0D0D"/>
              </a:solidFill>
              <a:latin typeface="ui-sans-serif"/>
              <a:ea typeface="ui-sans-serif"/>
            </a:endParaRPr>
          </a:p>
        </p:txBody>
      </p:sp>
      <p:sp>
        <p:nvSpPr>
          <p:cNvPr id="3" name="Text Box 2"/>
          <p:cNvSpPr txBox="1"/>
          <p:nvPr/>
        </p:nvSpPr>
        <p:spPr>
          <a:xfrm>
            <a:off x="420370" y="1854835"/>
            <a:ext cx="4064000" cy="645160"/>
          </a:xfrm>
          <a:prstGeom prst="rect">
            <a:avLst/>
          </a:prstGeom>
          <a:noFill/>
        </p:spPr>
        <p:txBody>
          <a:bodyPr wrap="square" rtlCol="0">
            <a:spAutoFit/>
          </a:bodyPr>
          <a:p>
            <a:r>
              <a:rPr lang="en-US"/>
              <a:t>Добавить класс</a:t>
            </a:r>
            <a:endParaRPr lang="en-US"/>
          </a:p>
          <a:p>
            <a:r>
              <a:rPr lang="en-US"/>
              <a:t>添加类：</a:t>
            </a:r>
            <a:endParaRPr lang="en-US"/>
          </a:p>
        </p:txBody>
      </p:sp>
      <p:sp>
        <p:nvSpPr>
          <p:cNvPr id="5" name="Text Box 4"/>
          <p:cNvSpPr txBox="1"/>
          <p:nvPr/>
        </p:nvSpPr>
        <p:spPr>
          <a:xfrm>
            <a:off x="3556000" y="3268028"/>
            <a:ext cx="5080000" cy="321945"/>
          </a:xfrm>
          <a:prstGeom prst="rect">
            <a:avLst/>
          </a:prstGeom>
        </p:spPr>
        <p:txBody>
          <a:bodyPr>
            <a:spAutoFit/>
          </a:bodyPr>
          <a:p>
            <a:pPr>
              <a:lnSpc>
                <a:spcPts val="1800"/>
              </a:lnSpc>
            </a:pPr>
            <a:r>
              <a:rPr sz="2000" b="0">
                <a:solidFill>
                  <a:srgbClr val="0070C1"/>
                </a:solidFill>
                <a:latin typeface="Menlo" panose="020B0609030804020204"/>
                <a:ea typeface="Menlo" panose="020B0609030804020204"/>
              </a:rPr>
              <a:t>element</a:t>
            </a:r>
            <a:r>
              <a:rPr sz="2000" b="0">
                <a:solidFill>
                  <a:srgbClr val="000000"/>
                </a:solidFill>
                <a:latin typeface="Menlo" panose="020B0609030804020204"/>
                <a:ea typeface="Menlo" panose="020B0609030804020204"/>
              </a:rPr>
              <a:t>.</a:t>
            </a:r>
            <a:r>
              <a:rPr sz="2000" b="0">
                <a:solidFill>
                  <a:srgbClr val="001080"/>
                </a:solidFill>
                <a:latin typeface="Menlo" panose="020B0609030804020204"/>
                <a:ea typeface="Menlo" panose="020B0609030804020204"/>
              </a:rPr>
              <a:t>classList</a:t>
            </a:r>
            <a:r>
              <a:rPr sz="2000" b="0">
                <a:solidFill>
                  <a:srgbClr val="000000"/>
                </a:solidFill>
                <a:latin typeface="Menlo" panose="020B0609030804020204"/>
                <a:ea typeface="Menlo" panose="020B0609030804020204"/>
              </a:rPr>
              <a:t>.</a:t>
            </a:r>
            <a:r>
              <a:rPr sz="2000" b="0">
                <a:solidFill>
                  <a:srgbClr val="795E26"/>
                </a:solidFill>
                <a:latin typeface="Menlo" panose="020B0609030804020204"/>
                <a:ea typeface="Menlo" panose="020B0609030804020204"/>
              </a:rPr>
              <a:t>add</a:t>
            </a:r>
            <a:r>
              <a:rPr sz="2000" b="0">
                <a:solidFill>
                  <a:srgbClr val="000000"/>
                </a:solidFill>
                <a:latin typeface="Menlo" panose="020B0609030804020204"/>
                <a:ea typeface="Menlo" panose="020B0609030804020204"/>
              </a:rPr>
              <a:t>(</a:t>
            </a:r>
            <a:r>
              <a:rPr sz="2000" b="0">
                <a:solidFill>
                  <a:srgbClr val="A31515"/>
                </a:solidFill>
                <a:latin typeface="Menlo" panose="020B0609030804020204"/>
                <a:ea typeface="Menlo" panose="020B0609030804020204"/>
              </a:rPr>
              <a:t>"active"</a:t>
            </a:r>
            <a:r>
              <a:rPr sz="2000" b="0">
                <a:solidFill>
                  <a:srgbClr val="000000"/>
                </a:solidFill>
                <a:latin typeface="Menlo" panose="020B0609030804020204"/>
                <a:ea typeface="Menlo" panose="020B0609030804020204"/>
              </a:rPr>
              <a:t>); </a:t>
            </a:r>
            <a:endParaRPr sz="2000" b="0">
              <a:solidFill>
                <a:srgbClr val="000000"/>
              </a:solidFill>
              <a:latin typeface="Menlo" panose="020B0609030804020204"/>
              <a:ea typeface="Menlo" panose="020B060903080402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8" name="Text Box 7"/>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2" name="Text Box 1"/>
          <p:cNvSpPr txBox="1"/>
          <p:nvPr/>
        </p:nvSpPr>
        <p:spPr>
          <a:xfrm>
            <a:off x="420370" y="437198"/>
            <a:ext cx="5080000" cy="756920"/>
          </a:xfrm>
          <a:prstGeom prst="rect">
            <a:avLst/>
          </a:prstGeom>
        </p:spPr>
        <p:txBody>
          <a:bodyPr>
            <a:spAutoFit/>
          </a:bodyPr>
          <a:p>
            <a:pPr marL="0" indent="0" algn="l">
              <a:spcAft>
                <a:spcPct val="60000"/>
              </a:spcAft>
            </a:pPr>
            <a:r>
              <a:rPr sz="1600" b="0" i="0">
                <a:solidFill>
                  <a:srgbClr val="0D0D0D"/>
                </a:solidFill>
                <a:latin typeface="ui-sans-serif"/>
                <a:ea typeface="ui-sans-serif"/>
              </a:rPr>
              <a:t>Добавление/удаление классов</a:t>
            </a:r>
            <a:endParaRPr sz="1600" b="0" i="0">
              <a:solidFill>
                <a:srgbClr val="0D0D0D"/>
              </a:solidFill>
              <a:latin typeface="ui-sans-serif"/>
              <a:ea typeface="ui-sans-serif"/>
            </a:endParaRPr>
          </a:p>
          <a:p>
            <a:pPr marL="0" indent="0" algn="l">
              <a:spcAft>
                <a:spcPct val="60000"/>
              </a:spcAft>
            </a:pPr>
            <a:r>
              <a:rPr sz="1600" b="0" i="0">
                <a:solidFill>
                  <a:srgbClr val="0D0D0D"/>
                </a:solidFill>
                <a:latin typeface="ui-sans-serif"/>
                <a:ea typeface="ui-sans-serif"/>
              </a:rPr>
              <a:t>添加/删除类</a:t>
            </a:r>
            <a:endParaRPr sz="1600" b="0" i="0">
              <a:solidFill>
                <a:srgbClr val="0D0D0D"/>
              </a:solidFill>
              <a:latin typeface="ui-sans-serif"/>
              <a:ea typeface="ui-sans-serif"/>
            </a:endParaRPr>
          </a:p>
        </p:txBody>
      </p:sp>
      <p:sp>
        <p:nvSpPr>
          <p:cNvPr id="3" name="Text Box 2"/>
          <p:cNvSpPr txBox="1"/>
          <p:nvPr/>
        </p:nvSpPr>
        <p:spPr>
          <a:xfrm>
            <a:off x="420370" y="1735138"/>
            <a:ext cx="5080000" cy="583565"/>
          </a:xfrm>
          <a:prstGeom prst="rect">
            <a:avLst/>
          </a:prstGeom>
        </p:spPr>
        <p:txBody>
          <a:bodyPr>
            <a:spAutoFit/>
          </a:bodyPr>
          <a:p>
            <a:pPr marL="0" indent="0" algn="l"/>
            <a:r>
              <a:rPr sz="1600" b="0" i="0">
                <a:solidFill>
                  <a:srgbClr val="0D0D0D"/>
                </a:solidFill>
                <a:latin typeface="ui-sans-serif"/>
                <a:ea typeface="ui-sans-serif"/>
              </a:rPr>
              <a:t>Удалить класс</a:t>
            </a:r>
            <a:endParaRPr sz="1600" b="0" i="0">
              <a:solidFill>
                <a:srgbClr val="0D0D0D"/>
              </a:solidFill>
              <a:latin typeface="ui-sans-serif"/>
              <a:ea typeface="ui-sans-serif"/>
            </a:endParaRPr>
          </a:p>
          <a:p>
            <a:pPr marL="0" indent="0" algn="l"/>
            <a:r>
              <a:rPr sz="1600" b="0" i="0">
                <a:solidFill>
                  <a:srgbClr val="0D0D0D"/>
                </a:solidFill>
                <a:latin typeface="ui-sans-serif"/>
                <a:ea typeface="ui-sans-serif"/>
              </a:rPr>
              <a:t>删除类：</a:t>
            </a:r>
            <a:endParaRPr sz="1600" b="0" i="0">
              <a:solidFill>
                <a:srgbClr val="0D0D0D"/>
              </a:solidFill>
              <a:latin typeface="ui-sans-serif"/>
              <a:ea typeface="ui-sans-serif"/>
            </a:endParaRPr>
          </a:p>
        </p:txBody>
      </p:sp>
      <p:sp>
        <p:nvSpPr>
          <p:cNvPr id="5" name="Text Box 4"/>
          <p:cNvSpPr txBox="1"/>
          <p:nvPr/>
        </p:nvSpPr>
        <p:spPr>
          <a:xfrm>
            <a:off x="3556000" y="3268028"/>
            <a:ext cx="5080000" cy="321945"/>
          </a:xfrm>
          <a:prstGeom prst="rect">
            <a:avLst/>
          </a:prstGeom>
        </p:spPr>
        <p:txBody>
          <a:bodyPr>
            <a:spAutoFit/>
          </a:bodyPr>
          <a:p>
            <a:pPr>
              <a:lnSpc>
                <a:spcPts val="1800"/>
              </a:lnSpc>
            </a:pPr>
            <a:r>
              <a:rPr b="0">
                <a:solidFill>
                  <a:srgbClr val="0070C1"/>
                </a:solidFill>
                <a:latin typeface="Menlo" panose="020B0609030804020204"/>
                <a:ea typeface="Menlo" panose="020B0609030804020204"/>
              </a:rPr>
              <a:t>element</a:t>
            </a:r>
            <a:r>
              <a:rPr b="0">
                <a:solidFill>
                  <a:srgbClr val="000000"/>
                </a:solidFill>
                <a:latin typeface="Menlo" panose="020B0609030804020204"/>
                <a:ea typeface="Menlo" panose="020B0609030804020204"/>
              </a:rPr>
              <a:t>.</a:t>
            </a:r>
            <a:r>
              <a:rPr b="0">
                <a:solidFill>
                  <a:srgbClr val="001080"/>
                </a:solidFill>
                <a:latin typeface="Menlo" panose="020B0609030804020204"/>
                <a:ea typeface="Menlo" panose="020B0609030804020204"/>
              </a:rPr>
              <a:t>classList</a:t>
            </a:r>
            <a:r>
              <a:rPr b="0">
                <a:solidFill>
                  <a:srgbClr val="000000"/>
                </a:solidFill>
                <a:latin typeface="Menlo" panose="020B0609030804020204"/>
                <a:ea typeface="Menlo" panose="020B0609030804020204"/>
              </a:rPr>
              <a:t>.</a:t>
            </a:r>
            <a:r>
              <a:rPr b="0">
                <a:solidFill>
                  <a:srgbClr val="795E26"/>
                </a:solidFill>
                <a:latin typeface="Menlo" panose="020B0609030804020204"/>
                <a:ea typeface="Menlo" panose="020B0609030804020204"/>
              </a:rPr>
              <a:t>remove</a:t>
            </a:r>
            <a:r>
              <a:rPr b="0">
                <a:solidFill>
                  <a:srgbClr val="000000"/>
                </a:solidFill>
                <a:latin typeface="Menlo" panose="020B0609030804020204"/>
                <a:ea typeface="Menlo" panose="020B0609030804020204"/>
              </a:rPr>
              <a:t>(</a:t>
            </a:r>
            <a:r>
              <a:rPr b="0">
                <a:solidFill>
                  <a:srgbClr val="A31515"/>
                </a:solidFill>
                <a:latin typeface="Menlo" panose="020B0609030804020204"/>
                <a:ea typeface="Menlo" panose="020B0609030804020204"/>
              </a:rPr>
              <a:t>"active"</a:t>
            </a:r>
            <a:r>
              <a:rPr b="0">
                <a:solidFill>
                  <a:srgbClr val="000000"/>
                </a:solidFill>
                <a:latin typeface="Menlo" panose="020B0609030804020204"/>
                <a:ea typeface="Menlo" panose="020B0609030804020204"/>
              </a:rPr>
              <a:t>);</a:t>
            </a:r>
            <a:endParaRPr b="0">
              <a:solidFill>
                <a:srgbClr val="000000"/>
              </a:solidFill>
              <a:latin typeface="Menlo" panose="020B0609030804020204"/>
              <a:ea typeface="Menlo" panose="020B060903080402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8" name="Text Box 7"/>
          <p:cNvSpPr txBox="1"/>
          <p:nvPr/>
        </p:nvSpPr>
        <p:spPr>
          <a:xfrm>
            <a:off x="6731000" y="314008"/>
            <a:ext cx="5080000" cy="583565"/>
          </a:xfrm>
          <a:prstGeom prst="rect">
            <a:avLst/>
          </a:prstGeom>
        </p:spPr>
        <p:txBody>
          <a:bodyPr>
            <a:spAutoFit/>
          </a:bodyPr>
          <a:p>
            <a:pPr algn="r"/>
            <a:r>
              <a:rPr sz="1600"/>
              <a:t>Основные элементы DOM</a:t>
            </a:r>
            <a:endParaRPr sz="1600"/>
          </a:p>
          <a:p>
            <a:pPr algn="r"/>
            <a:r>
              <a:rPr sz="1600"/>
              <a:t>DOM的基本元素</a:t>
            </a:r>
            <a:endParaRPr sz="1600"/>
          </a:p>
        </p:txBody>
      </p:sp>
      <p:sp>
        <p:nvSpPr>
          <p:cNvPr id="2" name="Text Box 1"/>
          <p:cNvSpPr txBox="1"/>
          <p:nvPr/>
        </p:nvSpPr>
        <p:spPr>
          <a:xfrm>
            <a:off x="420370" y="437198"/>
            <a:ext cx="5080000" cy="756920"/>
          </a:xfrm>
          <a:prstGeom prst="rect">
            <a:avLst/>
          </a:prstGeom>
        </p:spPr>
        <p:txBody>
          <a:bodyPr>
            <a:spAutoFit/>
          </a:bodyPr>
          <a:p>
            <a:pPr marL="0" indent="0" algn="l">
              <a:spcAft>
                <a:spcPct val="60000"/>
              </a:spcAft>
            </a:pPr>
            <a:r>
              <a:rPr sz="1600" b="0" i="0">
                <a:solidFill>
                  <a:srgbClr val="0D0D0D"/>
                </a:solidFill>
                <a:latin typeface="ui-sans-serif"/>
                <a:ea typeface="ui-sans-serif"/>
              </a:rPr>
              <a:t>Добавление/удаление классов</a:t>
            </a:r>
            <a:endParaRPr sz="1600" b="0" i="0">
              <a:solidFill>
                <a:srgbClr val="0D0D0D"/>
              </a:solidFill>
              <a:latin typeface="ui-sans-serif"/>
              <a:ea typeface="ui-sans-serif"/>
            </a:endParaRPr>
          </a:p>
          <a:p>
            <a:pPr marL="0" indent="0" algn="l">
              <a:spcAft>
                <a:spcPct val="60000"/>
              </a:spcAft>
            </a:pPr>
            <a:r>
              <a:rPr sz="1600" b="0" i="0">
                <a:solidFill>
                  <a:srgbClr val="0D0D0D"/>
                </a:solidFill>
                <a:latin typeface="ui-sans-serif"/>
                <a:ea typeface="ui-sans-serif"/>
              </a:rPr>
              <a:t>添加/删除类</a:t>
            </a:r>
            <a:endParaRPr sz="1600" b="0" i="0">
              <a:solidFill>
                <a:srgbClr val="0D0D0D"/>
              </a:solidFill>
              <a:latin typeface="ui-sans-serif"/>
              <a:ea typeface="ui-sans-serif"/>
            </a:endParaRPr>
          </a:p>
        </p:txBody>
      </p:sp>
      <p:sp>
        <p:nvSpPr>
          <p:cNvPr id="3" name="Text Box 2"/>
          <p:cNvSpPr txBox="1"/>
          <p:nvPr/>
        </p:nvSpPr>
        <p:spPr>
          <a:xfrm>
            <a:off x="420370" y="1810068"/>
            <a:ext cx="5080000" cy="583565"/>
          </a:xfrm>
          <a:prstGeom prst="rect">
            <a:avLst/>
          </a:prstGeom>
        </p:spPr>
        <p:txBody>
          <a:bodyPr>
            <a:spAutoFit/>
          </a:bodyPr>
          <a:p>
            <a:pPr marL="0" indent="0" algn="l"/>
            <a:r>
              <a:rPr sz="1600" b="0" i="0">
                <a:solidFill>
                  <a:srgbClr val="0D0D0D"/>
                </a:solidFill>
                <a:latin typeface="ui-sans-serif"/>
                <a:ea typeface="ui-sans-serif"/>
              </a:rPr>
              <a:t>Переключить класс</a:t>
            </a:r>
            <a:endParaRPr sz="1600" b="0" i="0">
              <a:solidFill>
                <a:srgbClr val="0D0D0D"/>
              </a:solidFill>
              <a:latin typeface="ui-sans-serif"/>
              <a:ea typeface="ui-sans-serif"/>
            </a:endParaRPr>
          </a:p>
          <a:p>
            <a:pPr marL="0" indent="0" algn="l"/>
            <a:r>
              <a:rPr sz="1600" b="0" i="0">
                <a:solidFill>
                  <a:srgbClr val="0D0D0D"/>
                </a:solidFill>
                <a:latin typeface="ui-sans-serif"/>
                <a:ea typeface="ui-sans-serif"/>
              </a:rPr>
              <a:t>切换类：</a:t>
            </a:r>
            <a:endParaRPr sz="1600" b="0" i="0">
              <a:solidFill>
                <a:srgbClr val="0D0D0D"/>
              </a:solidFill>
              <a:latin typeface="ui-sans-serif"/>
              <a:ea typeface="ui-sans-serif"/>
            </a:endParaRPr>
          </a:p>
        </p:txBody>
      </p:sp>
      <p:sp>
        <p:nvSpPr>
          <p:cNvPr id="5" name="Text Box 4"/>
          <p:cNvSpPr txBox="1"/>
          <p:nvPr/>
        </p:nvSpPr>
        <p:spPr>
          <a:xfrm>
            <a:off x="3556000" y="3268028"/>
            <a:ext cx="5080000" cy="321945"/>
          </a:xfrm>
          <a:prstGeom prst="rect">
            <a:avLst/>
          </a:prstGeom>
        </p:spPr>
        <p:txBody>
          <a:bodyPr>
            <a:spAutoFit/>
          </a:bodyPr>
          <a:p>
            <a:pPr>
              <a:lnSpc>
                <a:spcPts val="1800"/>
              </a:lnSpc>
            </a:pPr>
            <a:r>
              <a:rPr b="0">
                <a:solidFill>
                  <a:srgbClr val="0070C1"/>
                </a:solidFill>
                <a:latin typeface="Menlo" panose="020B0609030804020204"/>
                <a:ea typeface="Menlo" panose="020B0609030804020204"/>
              </a:rPr>
              <a:t>element</a:t>
            </a:r>
            <a:r>
              <a:rPr b="0">
                <a:solidFill>
                  <a:srgbClr val="000000"/>
                </a:solidFill>
                <a:latin typeface="Menlo" panose="020B0609030804020204"/>
                <a:ea typeface="Menlo" panose="020B0609030804020204"/>
              </a:rPr>
              <a:t>.</a:t>
            </a:r>
            <a:r>
              <a:rPr b="0">
                <a:solidFill>
                  <a:srgbClr val="001080"/>
                </a:solidFill>
                <a:latin typeface="Menlo" panose="020B0609030804020204"/>
                <a:ea typeface="Menlo" panose="020B0609030804020204"/>
              </a:rPr>
              <a:t>classList</a:t>
            </a:r>
            <a:r>
              <a:rPr b="0">
                <a:solidFill>
                  <a:srgbClr val="000000"/>
                </a:solidFill>
                <a:latin typeface="Menlo" panose="020B0609030804020204"/>
                <a:ea typeface="Menlo" panose="020B0609030804020204"/>
              </a:rPr>
              <a:t>.</a:t>
            </a:r>
            <a:r>
              <a:rPr b="0">
                <a:solidFill>
                  <a:srgbClr val="795E26"/>
                </a:solidFill>
                <a:latin typeface="Menlo" panose="020B0609030804020204"/>
                <a:ea typeface="Menlo" panose="020B0609030804020204"/>
              </a:rPr>
              <a:t>toggle</a:t>
            </a:r>
            <a:r>
              <a:rPr b="0">
                <a:solidFill>
                  <a:srgbClr val="000000"/>
                </a:solidFill>
                <a:latin typeface="Menlo" panose="020B0609030804020204"/>
                <a:ea typeface="Menlo" panose="020B0609030804020204"/>
              </a:rPr>
              <a:t>(</a:t>
            </a:r>
            <a:r>
              <a:rPr b="0">
                <a:solidFill>
                  <a:srgbClr val="A31515"/>
                </a:solidFill>
                <a:latin typeface="Menlo" panose="020B0609030804020204"/>
                <a:ea typeface="Menlo" panose="020B0609030804020204"/>
              </a:rPr>
              <a:t>"hidden"</a:t>
            </a:r>
            <a:r>
              <a:rPr b="0">
                <a:solidFill>
                  <a:srgbClr val="000000"/>
                </a:solidFill>
                <a:latin typeface="Menlo" panose="020B0609030804020204"/>
                <a:ea typeface="Menlo" panose="020B0609030804020204"/>
              </a:rPr>
              <a:t>);</a:t>
            </a:r>
            <a:endParaRPr b="0">
              <a:solidFill>
                <a:srgbClr val="000000"/>
              </a:solidFill>
              <a:latin typeface="Menlo" panose="020B0609030804020204"/>
              <a:ea typeface="Menlo" panose="020B060903080402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5562600" y="469900"/>
            <a:ext cx="6096000" cy="583565"/>
          </a:xfrm>
          <a:prstGeom prst="rect">
            <a:avLst/>
          </a:prstGeom>
          <a:noFill/>
        </p:spPr>
        <p:txBody>
          <a:bodyPr wrap="square" rtlCol="0" anchor="t">
            <a:spAutoFit/>
          </a:bodyPr>
          <a:p>
            <a:pPr algn="r"/>
            <a:r>
              <a:rPr sz="1600">
                <a:sym typeface="+mn-ea"/>
              </a:rPr>
              <a:t>Основные элементы DOM</a:t>
            </a:r>
            <a:endParaRPr sz="1600"/>
          </a:p>
          <a:p>
            <a:pPr algn="r"/>
            <a:r>
              <a:rPr sz="1600">
                <a:sym typeface="+mn-ea"/>
              </a:rPr>
              <a:t>DOM的基本元素</a:t>
            </a:r>
            <a:endParaRPr lang="en-US" sz="1600">
              <a:sym typeface="+mn-ea"/>
            </a:endParaRPr>
          </a:p>
        </p:txBody>
      </p:sp>
      <p:sp>
        <p:nvSpPr>
          <p:cNvPr id="7" name="Text Box 6"/>
          <p:cNvSpPr txBox="1"/>
          <p:nvPr/>
        </p:nvSpPr>
        <p:spPr>
          <a:xfrm>
            <a:off x="400050" y="1733550"/>
            <a:ext cx="5162550" cy="1198880"/>
          </a:xfrm>
          <a:prstGeom prst="rect">
            <a:avLst/>
          </a:prstGeom>
          <a:noFill/>
        </p:spPr>
        <p:txBody>
          <a:bodyPr wrap="square" rtlCol="0">
            <a:spAutoFit/>
          </a:bodyPr>
          <a:p>
            <a:r>
              <a:rPr lang="en-US"/>
              <a:t>Метод addEventListener позволяет добавить обработчик события для элемента. В примере кнопка реагирует на событие "click" и вызывает функцию.</a:t>
            </a:r>
            <a:endParaRPr lang="en-US"/>
          </a:p>
        </p:txBody>
      </p:sp>
      <p:sp>
        <p:nvSpPr>
          <p:cNvPr id="8" name="Text Box 7"/>
          <p:cNvSpPr txBox="1"/>
          <p:nvPr/>
        </p:nvSpPr>
        <p:spPr>
          <a:xfrm>
            <a:off x="6135370" y="1733550"/>
            <a:ext cx="4727575" cy="922020"/>
          </a:xfrm>
          <a:prstGeom prst="rect">
            <a:avLst/>
          </a:prstGeom>
          <a:noFill/>
        </p:spPr>
        <p:txBody>
          <a:bodyPr wrap="square" rtlCol="0">
            <a:spAutoFit/>
          </a:bodyPr>
          <a:p>
            <a:r>
              <a:rPr lang="en-US"/>
              <a:t>addEventListener方法允许为元素添加事件监听器。在示例中，按钮响应"click"事件并调用函数。</a:t>
            </a:r>
            <a:endParaRPr lang="en-US"/>
          </a:p>
        </p:txBody>
      </p:sp>
      <p:sp>
        <p:nvSpPr>
          <p:cNvPr id="9" name="Text Box 8"/>
          <p:cNvSpPr txBox="1"/>
          <p:nvPr/>
        </p:nvSpPr>
        <p:spPr>
          <a:xfrm>
            <a:off x="1221740" y="3722370"/>
            <a:ext cx="9398000" cy="1706880"/>
          </a:xfrm>
          <a:prstGeom prst="rect">
            <a:avLst/>
          </a:prstGeom>
        </p:spPr>
        <p:txBody>
          <a:bodyPr wrap="square">
            <a:spAutoFit/>
          </a:bodyPr>
          <a:p>
            <a:pPr marL="0" indent="0" algn="l" defTabSz="266700">
              <a:lnSpc>
                <a:spcPts val="1800"/>
              </a:lnSpc>
              <a:spcAft>
                <a:spcPct val="0"/>
              </a:spcAft>
            </a:pPr>
            <a:r>
              <a:rPr sz="2000" b="0">
                <a:solidFill>
                  <a:srgbClr val="0000FF"/>
                </a:solidFill>
                <a:latin typeface="Menlo" panose="020B0609030804020204"/>
                <a:ea typeface="Menlo" panose="020B0609030804020204"/>
              </a:rPr>
              <a:t>let</a:t>
            </a:r>
            <a:r>
              <a:rPr sz="2000" b="0">
                <a:solidFill>
                  <a:srgbClr val="000000"/>
                </a:solidFill>
                <a:latin typeface="Menlo" panose="020B0609030804020204"/>
                <a:ea typeface="Menlo" panose="020B0609030804020204"/>
              </a:rPr>
              <a:t> </a:t>
            </a:r>
            <a:r>
              <a:rPr sz="2000" b="0">
                <a:solidFill>
                  <a:srgbClr val="001080"/>
                </a:solidFill>
                <a:latin typeface="Menlo" panose="020B0609030804020204"/>
                <a:ea typeface="Menlo" panose="020B0609030804020204"/>
              </a:rPr>
              <a:t>button</a:t>
            </a:r>
            <a:r>
              <a:rPr sz="2000" b="0">
                <a:solidFill>
                  <a:srgbClr val="000000"/>
                </a:solidFill>
                <a:latin typeface="Menlo" panose="020B0609030804020204"/>
                <a:ea typeface="Menlo" panose="020B0609030804020204"/>
              </a:rPr>
              <a:t> = </a:t>
            </a:r>
            <a:r>
              <a:rPr sz="2000" b="0">
                <a:solidFill>
                  <a:srgbClr val="001080"/>
                </a:solidFill>
                <a:latin typeface="Menlo" panose="020B0609030804020204"/>
                <a:ea typeface="Menlo" panose="020B0609030804020204"/>
              </a:rPr>
              <a:t>document</a:t>
            </a:r>
            <a:r>
              <a:rPr sz="2000" b="0">
                <a:solidFill>
                  <a:srgbClr val="000000"/>
                </a:solidFill>
                <a:latin typeface="Menlo" panose="020B0609030804020204"/>
                <a:ea typeface="Menlo" panose="020B0609030804020204"/>
              </a:rPr>
              <a:t>.</a:t>
            </a:r>
            <a:r>
              <a:rPr sz="2000" b="0">
                <a:solidFill>
                  <a:srgbClr val="795E26"/>
                </a:solidFill>
                <a:latin typeface="Menlo" panose="020B0609030804020204"/>
                <a:ea typeface="Menlo" panose="020B0609030804020204"/>
              </a:rPr>
              <a:t>getElementById</a:t>
            </a:r>
            <a:r>
              <a:rPr sz="2000" b="0">
                <a:solidFill>
                  <a:srgbClr val="000000"/>
                </a:solidFill>
                <a:latin typeface="Menlo" panose="020B0609030804020204"/>
                <a:ea typeface="Menlo" panose="020B0609030804020204"/>
              </a:rPr>
              <a:t>(</a:t>
            </a:r>
            <a:r>
              <a:rPr sz="2000" b="0">
                <a:solidFill>
                  <a:srgbClr val="A31515"/>
                </a:solidFill>
                <a:latin typeface="Menlo" panose="020B0609030804020204"/>
                <a:ea typeface="Menlo" panose="020B0609030804020204"/>
              </a:rPr>
              <a:t>"myButton"</a:t>
            </a:r>
            <a:r>
              <a:rPr sz="2000" b="0">
                <a:solidFill>
                  <a:srgbClr val="000000"/>
                </a:solidFill>
                <a:latin typeface="Menlo" panose="020B0609030804020204"/>
                <a:ea typeface="Menlo" panose="020B0609030804020204"/>
              </a:rPr>
              <a:t>);</a:t>
            </a:r>
            <a:endParaRPr sz="2000" b="0">
              <a:solidFill>
                <a:srgbClr val="000000"/>
              </a:solidFill>
              <a:latin typeface="Menlo" panose="020B0609030804020204"/>
              <a:ea typeface="Menlo" panose="020B0609030804020204"/>
            </a:endParaRPr>
          </a:p>
          <a:p>
            <a:pPr marL="0" indent="0" algn="l" defTabSz="266700">
              <a:lnSpc>
                <a:spcPts val="1800"/>
              </a:lnSpc>
              <a:spcAft>
                <a:spcPct val="0"/>
              </a:spcAft>
            </a:pPr>
            <a:endParaRPr sz="2000" b="0">
              <a:solidFill>
                <a:srgbClr val="000000"/>
              </a:solidFill>
              <a:latin typeface="Menlo" panose="020B0609030804020204"/>
              <a:ea typeface="Menlo" panose="020B0609030804020204"/>
            </a:endParaRPr>
          </a:p>
          <a:p>
            <a:pPr marL="0" indent="0" algn="l" defTabSz="266700">
              <a:lnSpc>
                <a:spcPts val="1800"/>
              </a:lnSpc>
              <a:spcAft>
                <a:spcPct val="0"/>
              </a:spcAft>
            </a:pPr>
            <a:r>
              <a:rPr sz="2000" b="0">
                <a:solidFill>
                  <a:srgbClr val="001080"/>
                </a:solidFill>
                <a:latin typeface="Menlo" panose="020B0609030804020204"/>
                <a:ea typeface="Menlo" panose="020B0609030804020204"/>
              </a:rPr>
              <a:t>button</a:t>
            </a:r>
            <a:r>
              <a:rPr sz="2000" b="0">
                <a:solidFill>
                  <a:srgbClr val="000000"/>
                </a:solidFill>
                <a:latin typeface="Menlo" panose="020B0609030804020204"/>
                <a:ea typeface="Menlo" panose="020B0609030804020204"/>
              </a:rPr>
              <a:t>.</a:t>
            </a:r>
            <a:r>
              <a:rPr sz="2000" b="0">
                <a:solidFill>
                  <a:srgbClr val="795E26"/>
                </a:solidFill>
                <a:latin typeface="Menlo" panose="020B0609030804020204"/>
                <a:ea typeface="Menlo" panose="020B0609030804020204"/>
              </a:rPr>
              <a:t>addEventListener</a:t>
            </a:r>
            <a:r>
              <a:rPr sz="2000" b="0">
                <a:solidFill>
                  <a:srgbClr val="000000"/>
                </a:solidFill>
                <a:latin typeface="Menlo" panose="020B0609030804020204"/>
                <a:ea typeface="Menlo" panose="020B0609030804020204"/>
              </a:rPr>
              <a:t>(</a:t>
            </a:r>
            <a:r>
              <a:rPr sz="2000" b="0">
                <a:solidFill>
                  <a:srgbClr val="A31515"/>
                </a:solidFill>
                <a:latin typeface="Menlo" panose="020B0609030804020204"/>
                <a:ea typeface="Menlo" panose="020B0609030804020204"/>
              </a:rPr>
              <a:t>"click"</a:t>
            </a:r>
            <a:r>
              <a:rPr sz="2000" b="0">
                <a:solidFill>
                  <a:srgbClr val="000000"/>
                </a:solidFill>
                <a:latin typeface="Menlo" panose="020B0609030804020204"/>
                <a:ea typeface="Menlo" panose="020B0609030804020204"/>
              </a:rPr>
              <a:t>, () </a:t>
            </a:r>
            <a:r>
              <a:rPr sz="2000" b="0">
                <a:solidFill>
                  <a:srgbClr val="0000FF"/>
                </a:solidFill>
                <a:latin typeface="Menlo" panose="020B0609030804020204"/>
                <a:ea typeface="Menlo" panose="020B0609030804020204"/>
              </a:rPr>
              <a:t>=&gt;</a:t>
            </a:r>
            <a:r>
              <a:rPr sz="2000" b="0">
                <a:solidFill>
                  <a:srgbClr val="000000"/>
                </a:solidFill>
                <a:latin typeface="Menlo" panose="020B0609030804020204"/>
                <a:ea typeface="Menlo" panose="020B0609030804020204"/>
              </a:rPr>
              <a:t> {</a:t>
            </a:r>
            <a:endParaRPr sz="2000" b="0">
              <a:solidFill>
                <a:srgbClr val="000000"/>
              </a:solidFill>
              <a:latin typeface="Menlo" panose="020B0609030804020204"/>
              <a:ea typeface="Menlo" panose="020B0609030804020204"/>
            </a:endParaRPr>
          </a:p>
          <a:p>
            <a:pPr marL="0" indent="0" algn="l" defTabSz="266700">
              <a:lnSpc>
                <a:spcPts val="1800"/>
              </a:lnSpc>
              <a:spcAft>
                <a:spcPct val="0"/>
              </a:spcAft>
            </a:pPr>
            <a:endParaRPr sz="2000" b="0">
              <a:solidFill>
                <a:srgbClr val="000000"/>
              </a:solidFill>
              <a:latin typeface="Menlo" panose="020B0609030804020204"/>
              <a:ea typeface="Menlo" panose="020B0609030804020204"/>
            </a:endParaRPr>
          </a:p>
          <a:p>
            <a:pPr marL="0" indent="457200" algn="l" defTabSz="266700">
              <a:lnSpc>
                <a:spcPts val="1800"/>
              </a:lnSpc>
              <a:spcAft>
                <a:spcPct val="0"/>
              </a:spcAft>
            </a:pPr>
            <a:r>
              <a:rPr sz="2000" b="0">
                <a:solidFill>
                  <a:srgbClr val="795E26"/>
                </a:solidFill>
                <a:latin typeface="Menlo" panose="020B0609030804020204"/>
                <a:ea typeface="Menlo" panose="020B0609030804020204"/>
              </a:rPr>
              <a:t>alert</a:t>
            </a:r>
            <a:r>
              <a:rPr sz="2000" b="0">
                <a:solidFill>
                  <a:srgbClr val="000000"/>
                </a:solidFill>
                <a:latin typeface="Menlo" panose="020B0609030804020204"/>
                <a:ea typeface="Menlo" panose="020B0609030804020204"/>
              </a:rPr>
              <a:t>(</a:t>
            </a:r>
            <a:r>
              <a:rPr sz="2000" b="0">
                <a:solidFill>
                  <a:srgbClr val="A31515"/>
                </a:solidFill>
                <a:latin typeface="Menlo" panose="020B0609030804020204"/>
                <a:ea typeface="Menlo" panose="020B0609030804020204"/>
              </a:rPr>
              <a:t>"Кнопка нажата!"</a:t>
            </a:r>
            <a:r>
              <a:rPr sz="2000" b="0">
                <a:solidFill>
                  <a:srgbClr val="000000"/>
                </a:solidFill>
                <a:latin typeface="Menlo" panose="020B0609030804020204"/>
                <a:ea typeface="Menlo" panose="020B0609030804020204"/>
              </a:rPr>
              <a:t>);</a:t>
            </a:r>
            <a:endParaRPr sz="2000" b="0">
              <a:solidFill>
                <a:srgbClr val="000000"/>
              </a:solidFill>
              <a:latin typeface="Menlo" panose="020B0609030804020204"/>
              <a:ea typeface="Menlo" panose="020B0609030804020204"/>
            </a:endParaRPr>
          </a:p>
          <a:p>
            <a:pPr marL="0" indent="457200" algn="l" defTabSz="266700">
              <a:lnSpc>
                <a:spcPts val="1800"/>
              </a:lnSpc>
              <a:spcAft>
                <a:spcPct val="0"/>
              </a:spcAft>
            </a:pPr>
            <a:endParaRPr sz="2000" b="0">
              <a:solidFill>
                <a:srgbClr val="000000"/>
              </a:solidFill>
              <a:latin typeface="Menlo" panose="020B0609030804020204"/>
              <a:ea typeface="Menlo" panose="020B0609030804020204"/>
            </a:endParaRPr>
          </a:p>
          <a:p>
            <a:pPr marL="0" indent="457200" algn="l" defTabSz="266700">
              <a:lnSpc>
                <a:spcPts val="1800"/>
              </a:lnSpc>
              <a:spcAft>
                <a:spcPct val="0"/>
              </a:spcAft>
            </a:pPr>
            <a:r>
              <a:rPr sz="2000" b="0">
                <a:solidFill>
                  <a:srgbClr val="000000"/>
                </a:solidFill>
                <a:latin typeface="Menlo" panose="020B0609030804020204"/>
                <a:ea typeface="Menlo" panose="020B0609030804020204"/>
              </a:rPr>
              <a:t>});</a:t>
            </a:r>
            <a:endParaRPr sz="2000" b="0">
              <a:solidFill>
                <a:srgbClr val="000000"/>
              </a:solidFill>
              <a:latin typeface="Menlo" panose="020B0609030804020204"/>
              <a:ea typeface="Menlo" panose="020B0609030804020204"/>
            </a:endParaRPr>
          </a:p>
        </p:txBody>
      </p:sp>
      <p:sp>
        <p:nvSpPr>
          <p:cNvPr id="10" name="Slide Number Placeholder 9"/>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7" name="Text Box 6"/>
          <p:cNvSpPr txBox="1"/>
          <p:nvPr/>
        </p:nvSpPr>
        <p:spPr>
          <a:xfrm>
            <a:off x="1567180" y="1787525"/>
            <a:ext cx="8223250" cy="3282950"/>
          </a:xfrm>
          <a:prstGeom prst="rect">
            <a:avLst/>
          </a:prstGeom>
        </p:spPr>
        <p:txBody>
          <a:bodyPr wrap="square">
            <a:noAutofit/>
          </a:bodyPr>
          <a:p>
            <a:pPr marL="0" indent="0" algn="l" defTabSz="266700">
              <a:lnSpc>
                <a:spcPts val="1800"/>
              </a:lnSpc>
              <a:spcAft>
                <a:spcPct val="0"/>
              </a:spcAft>
            </a:pPr>
            <a:r>
              <a:rPr sz="1700" b="0">
                <a:solidFill>
                  <a:srgbClr val="800000"/>
                </a:solidFill>
                <a:latin typeface="Menlo" panose="020B0609030804020204"/>
                <a:ea typeface="Menlo" panose="020B0609030804020204"/>
              </a:rPr>
              <a:t>&lt;body&gt;</a:t>
            </a:r>
            <a:endParaRPr sz="1700" b="0">
              <a:solidFill>
                <a:srgbClr val="800000"/>
              </a:solidFill>
              <a:latin typeface="Menlo" panose="020B0609030804020204"/>
              <a:ea typeface="Menlo" panose="020B0609030804020204"/>
            </a:endParaRPr>
          </a:p>
          <a:p>
            <a:pPr marL="0" indent="457200" algn="l" defTabSz="266700">
              <a:lnSpc>
                <a:spcPts val="1800"/>
              </a:lnSpc>
              <a:spcAft>
                <a:spcPct val="0"/>
              </a:spcAft>
            </a:pPr>
            <a:r>
              <a:rPr sz="1700" b="0">
                <a:solidFill>
                  <a:srgbClr val="800000"/>
                </a:solidFill>
                <a:latin typeface="Menlo" panose="020B0609030804020204"/>
                <a:ea typeface="Menlo" panose="020B0609030804020204"/>
              </a:rPr>
              <a:t>&lt;button</a:t>
            </a:r>
            <a:r>
              <a:rPr sz="1700" b="0">
                <a:solidFill>
                  <a:srgbClr val="3B3B3B"/>
                </a:solidFill>
                <a:latin typeface="Menlo" panose="020B0609030804020204"/>
                <a:ea typeface="Menlo" panose="020B0609030804020204"/>
              </a:rPr>
              <a:t> </a:t>
            </a:r>
            <a:r>
              <a:rPr sz="1700" b="0">
                <a:solidFill>
                  <a:srgbClr val="E50000"/>
                </a:solidFill>
                <a:latin typeface="Menlo" panose="020B0609030804020204"/>
                <a:ea typeface="Menlo" panose="020B0609030804020204"/>
              </a:rPr>
              <a:t>id</a:t>
            </a:r>
            <a:r>
              <a:rPr sz="1700" b="0">
                <a:solidFill>
                  <a:srgbClr val="3B3B3B"/>
                </a:solidFill>
                <a:latin typeface="Menlo" panose="020B0609030804020204"/>
                <a:ea typeface="Menlo" panose="020B0609030804020204"/>
              </a:rPr>
              <a:t>=</a:t>
            </a:r>
            <a:r>
              <a:rPr sz="1700" b="0">
                <a:solidFill>
                  <a:srgbClr val="0000FF"/>
                </a:solidFill>
                <a:latin typeface="Menlo" panose="020B0609030804020204"/>
                <a:ea typeface="Menlo" panose="020B0609030804020204"/>
              </a:rPr>
              <a:t>"myButton"</a:t>
            </a:r>
            <a:r>
              <a:rPr sz="1700" b="0">
                <a:solidFill>
                  <a:srgbClr val="800000"/>
                </a:solidFill>
                <a:latin typeface="Menlo" panose="020B0609030804020204"/>
                <a:ea typeface="Menlo" panose="020B0609030804020204"/>
              </a:rPr>
              <a:t>&gt;</a:t>
            </a:r>
            <a:r>
              <a:rPr sz="1700" b="0">
                <a:solidFill>
                  <a:srgbClr val="3B3B3B"/>
                </a:solidFill>
                <a:latin typeface="Menlo" panose="020B0609030804020204"/>
                <a:ea typeface="Menlo" panose="020B0609030804020204"/>
              </a:rPr>
              <a:t>Click me</a:t>
            </a:r>
            <a:r>
              <a:rPr sz="1700" b="0">
                <a:solidFill>
                  <a:srgbClr val="800000"/>
                </a:solidFill>
                <a:latin typeface="Menlo" panose="020B0609030804020204"/>
                <a:ea typeface="Menlo" panose="020B0609030804020204"/>
              </a:rPr>
              <a:t>&lt;/p&gt;</a:t>
            </a:r>
            <a:endParaRPr sz="1700" b="0">
              <a:solidFill>
                <a:srgbClr val="800000"/>
              </a:solidFill>
              <a:latin typeface="Menlo" panose="020B0609030804020204"/>
              <a:ea typeface="Menlo" panose="020B0609030804020204"/>
            </a:endParaRPr>
          </a:p>
          <a:p>
            <a:pPr marL="0" indent="0" algn="l" defTabSz="266700">
              <a:lnSpc>
                <a:spcPts val="1800"/>
              </a:lnSpc>
              <a:spcAft>
                <a:spcPct val="0"/>
              </a:spcAft>
            </a:pPr>
            <a:r>
              <a:rPr sz="1700" b="0">
                <a:solidFill>
                  <a:srgbClr val="800000"/>
                </a:solidFill>
                <a:latin typeface="Menlo" panose="020B0609030804020204"/>
                <a:ea typeface="Menlo" panose="020B0609030804020204"/>
              </a:rPr>
              <a:t>&lt;script&gt;</a:t>
            </a:r>
            <a:endParaRPr sz="1700" b="0">
              <a:solidFill>
                <a:srgbClr val="800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0000FF"/>
                </a:solidFill>
                <a:latin typeface="Menlo" panose="020B0609030804020204"/>
                <a:ea typeface="Menlo" panose="020B0609030804020204"/>
              </a:rPr>
              <a:t>let</a:t>
            </a:r>
            <a:r>
              <a:rPr sz="1700" b="0">
                <a:solidFill>
                  <a:srgbClr val="000000"/>
                </a:solidFill>
                <a:latin typeface="Menlo" panose="020B0609030804020204"/>
                <a:ea typeface="Menlo" panose="020B0609030804020204"/>
              </a:rPr>
              <a:t> </a:t>
            </a:r>
            <a:r>
              <a:rPr sz="1700" b="0">
                <a:solidFill>
                  <a:srgbClr val="001080"/>
                </a:solidFill>
                <a:latin typeface="Menlo" panose="020B0609030804020204"/>
                <a:ea typeface="Menlo" panose="020B0609030804020204"/>
              </a:rPr>
              <a:t>button</a:t>
            </a:r>
            <a:r>
              <a:rPr sz="1700" b="0">
                <a:solidFill>
                  <a:srgbClr val="000000"/>
                </a:solidFill>
                <a:latin typeface="Menlo" panose="020B0609030804020204"/>
                <a:ea typeface="Menlo" panose="020B0609030804020204"/>
              </a:rPr>
              <a:t> = </a:t>
            </a:r>
            <a:r>
              <a:rPr sz="1700" b="0">
                <a:solidFill>
                  <a:srgbClr val="001080"/>
                </a:solidFill>
                <a:latin typeface="Menlo" panose="020B0609030804020204"/>
                <a:ea typeface="Menlo" panose="020B0609030804020204"/>
              </a:rPr>
              <a:t>document</a:t>
            </a:r>
            <a:r>
              <a:rPr sz="1700" b="0">
                <a:solidFill>
                  <a:srgbClr val="000000"/>
                </a:solidFill>
                <a:latin typeface="Menlo" panose="020B0609030804020204"/>
                <a:ea typeface="Menlo" panose="020B0609030804020204"/>
              </a:rPr>
              <a:t>.</a:t>
            </a:r>
            <a:r>
              <a:rPr sz="1700" b="0">
                <a:solidFill>
                  <a:srgbClr val="795E26"/>
                </a:solidFill>
                <a:latin typeface="Menlo" panose="020B0609030804020204"/>
                <a:ea typeface="Menlo" panose="020B0609030804020204"/>
              </a:rPr>
              <a:t>getElementById</a:t>
            </a:r>
            <a:r>
              <a:rPr sz="1700" b="0">
                <a:solidFill>
                  <a:srgbClr val="000000"/>
                </a:solidFill>
                <a:latin typeface="Menlo" panose="020B0609030804020204"/>
                <a:ea typeface="Menlo" panose="020B0609030804020204"/>
              </a:rPr>
              <a:t>(</a:t>
            </a:r>
            <a:r>
              <a:rPr sz="1700" b="0">
                <a:solidFill>
                  <a:srgbClr val="A31515"/>
                </a:solidFill>
                <a:latin typeface="Menlo" panose="020B0609030804020204"/>
                <a:ea typeface="Menlo" panose="020B0609030804020204"/>
              </a:rPr>
              <a:t>"myButton"</a:t>
            </a:r>
            <a:r>
              <a:rPr sz="1700" b="0">
                <a:solidFill>
                  <a:srgbClr val="000000"/>
                </a:solidFill>
                <a:latin typeface="Menlo" panose="020B0609030804020204"/>
                <a:ea typeface="Menlo" panose="020B0609030804020204"/>
              </a:rPr>
              <a:t>);</a:t>
            </a:r>
            <a:endParaRPr sz="17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3B3B3B"/>
                </a:solidFill>
                <a:latin typeface="Menlo" panose="020B0609030804020204"/>
                <a:ea typeface="Menlo" panose="020B0609030804020204"/>
              </a:rPr>
              <a:t> </a:t>
            </a:r>
            <a:endParaRPr sz="1700" b="0">
              <a:solidFill>
                <a:srgbClr val="3B3B3B"/>
              </a:solidFill>
              <a:latin typeface="Menlo" panose="020B0609030804020204"/>
              <a:ea typeface="Menlo" panose="020B0609030804020204"/>
            </a:endParaRPr>
          </a:p>
          <a:p>
            <a:pPr marL="457200" lvl="1" indent="0" algn="l" defTabSz="266700">
              <a:lnSpc>
                <a:spcPts val="1800"/>
              </a:lnSpc>
              <a:spcAft>
                <a:spcPct val="0"/>
              </a:spcAft>
            </a:pPr>
            <a:r>
              <a:rPr sz="1700" b="0">
                <a:solidFill>
                  <a:srgbClr val="0000FF"/>
                </a:solidFill>
                <a:latin typeface="Menlo" panose="020B0609030804020204"/>
                <a:ea typeface="Menlo" panose="020B0609030804020204"/>
              </a:rPr>
              <a:t>function</a:t>
            </a:r>
            <a:r>
              <a:rPr sz="1700" b="0">
                <a:solidFill>
                  <a:srgbClr val="000000"/>
                </a:solidFill>
                <a:latin typeface="Menlo" panose="020B0609030804020204"/>
                <a:ea typeface="Menlo" panose="020B0609030804020204"/>
              </a:rPr>
              <a:t> </a:t>
            </a:r>
            <a:r>
              <a:rPr sz="1700" b="0">
                <a:solidFill>
                  <a:srgbClr val="795E26"/>
                </a:solidFill>
                <a:latin typeface="Menlo" panose="020B0609030804020204"/>
                <a:ea typeface="Menlo" panose="020B0609030804020204"/>
              </a:rPr>
              <a:t>handleClick</a:t>
            </a:r>
            <a:r>
              <a:rPr sz="1700" b="0">
                <a:solidFill>
                  <a:srgbClr val="000000"/>
                </a:solidFill>
                <a:latin typeface="Menlo" panose="020B0609030804020204"/>
                <a:ea typeface="Menlo" panose="020B0609030804020204"/>
              </a:rPr>
              <a:t>() {</a:t>
            </a:r>
            <a:endParaRPr sz="1700" b="0">
              <a:solidFill>
                <a:srgbClr val="000000"/>
              </a:solidFill>
              <a:latin typeface="Menlo" panose="020B0609030804020204"/>
              <a:ea typeface="Menlo" panose="020B0609030804020204"/>
            </a:endParaRPr>
          </a:p>
          <a:p>
            <a:pPr marL="457200" lvl="1" indent="457200" algn="l" defTabSz="266700">
              <a:lnSpc>
                <a:spcPts val="1800"/>
              </a:lnSpc>
              <a:spcAft>
                <a:spcPct val="0"/>
              </a:spcAft>
            </a:pPr>
            <a:r>
              <a:rPr sz="1700" b="0">
                <a:solidFill>
                  <a:srgbClr val="001080"/>
                </a:solidFill>
                <a:latin typeface="Menlo" panose="020B0609030804020204"/>
                <a:ea typeface="Menlo" panose="020B0609030804020204"/>
              </a:rPr>
              <a:t>console</a:t>
            </a:r>
            <a:r>
              <a:rPr sz="1700" b="0">
                <a:solidFill>
                  <a:srgbClr val="000000"/>
                </a:solidFill>
                <a:latin typeface="Menlo" panose="020B0609030804020204"/>
                <a:ea typeface="Menlo" panose="020B0609030804020204"/>
              </a:rPr>
              <a:t>.</a:t>
            </a:r>
            <a:r>
              <a:rPr sz="1700" b="0">
                <a:solidFill>
                  <a:srgbClr val="795E26"/>
                </a:solidFill>
                <a:latin typeface="Menlo" panose="020B0609030804020204"/>
                <a:ea typeface="Menlo" panose="020B0609030804020204"/>
              </a:rPr>
              <a:t>log</a:t>
            </a:r>
            <a:r>
              <a:rPr sz="1700" b="0">
                <a:solidFill>
                  <a:srgbClr val="000000"/>
                </a:solidFill>
                <a:latin typeface="Menlo" panose="020B0609030804020204"/>
                <a:ea typeface="Menlo" panose="020B0609030804020204"/>
              </a:rPr>
              <a:t>(</a:t>
            </a:r>
            <a:r>
              <a:rPr sz="1700" b="0">
                <a:solidFill>
                  <a:srgbClr val="A31515"/>
                </a:solidFill>
                <a:latin typeface="Menlo" panose="020B0609030804020204"/>
                <a:ea typeface="Menlo" panose="020B0609030804020204"/>
              </a:rPr>
              <a:t>"Клик"</a:t>
            </a:r>
            <a:r>
              <a:rPr sz="1700" b="0">
                <a:solidFill>
                  <a:srgbClr val="000000"/>
                </a:solidFill>
                <a:latin typeface="Menlo" panose="020B0609030804020204"/>
                <a:ea typeface="Menlo" panose="020B0609030804020204"/>
              </a:rPr>
              <a:t>);</a:t>
            </a:r>
            <a:endParaRPr sz="17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000000"/>
                </a:solidFill>
                <a:latin typeface="Menlo" panose="020B0609030804020204"/>
                <a:ea typeface="Menlo" panose="020B0609030804020204"/>
              </a:rPr>
              <a:t>}</a:t>
            </a:r>
            <a:endParaRPr sz="1700" b="0">
              <a:solidFill>
                <a:srgbClr val="000000"/>
              </a:solidFill>
              <a:latin typeface="Menlo" panose="020B0609030804020204"/>
              <a:ea typeface="Menlo" panose="020B0609030804020204"/>
            </a:endParaRPr>
          </a:p>
          <a:p>
            <a:pPr marL="457200" lvl="1" indent="0" algn="l" defTabSz="266700">
              <a:spcAft>
                <a:spcPct val="0"/>
              </a:spcAft>
            </a:pPr>
            <a:r>
              <a:rPr sz="1600">
                <a:latin typeface="Calibri" panose="020F0502020204030204"/>
                <a:ea typeface="SimSun"/>
              </a:rPr>
              <a:t> </a:t>
            </a:r>
            <a:endParaRPr sz="1600">
              <a:latin typeface="Calibri" panose="020F0502020204030204"/>
              <a:ea typeface="SimSun"/>
            </a:endParaRPr>
          </a:p>
          <a:p>
            <a:pPr marL="457200" lvl="1" indent="0" algn="l" defTabSz="266700">
              <a:lnSpc>
                <a:spcPts val="1800"/>
              </a:lnSpc>
              <a:spcAft>
                <a:spcPct val="0"/>
              </a:spcAft>
            </a:pPr>
            <a:r>
              <a:rPr sz="1700" b="0">
                <a:solidFill>
                  <a:srgbClr val="001080"/>
                </a:solidFill>
                <a:latin typeface="Menlo" panose="020B0609030804020204"/>
                <a:ea typeface="Menlo" panose="020B0609030804020204"/>
              </a:rPr>
              <a:t>button</a:t>
            </a:r>
            <a:r>
              <a:rPr sz="1700" b="0">
                <a:solidFill>
                  <a:srgbClr val="000000"/>
                </a:solidFill>
                <a:latin typeface="Menlo" panose="020B0609030804020204"/>
                <a:ea typeface="Menlo" panose="020B0609030804020204"/>
              </a:rPr>
              <a:t>.</a:t>
            </a:r>
            <a:r>
              <a:rPr sz="1700" b="0">
                <a:solidFill>
                  <a:srgbClr val="795E26"/>
                </a:solidFill>
                <a:latin typeface="Menlo" panose="020B0609030804020204"/>
                <a:ea typeface="Menlo" panose="020B0609030804020204"/>
              </a:rPr>
              <a:t>addEventListener</a:t>
            </a:r>
            <a:r>
              <a:rPr sz="1700" b="0">
                <a:solidFill>
                  <a:srgbClr val="000000"/>
                </a:solidFill>
                <a:latin typeface="Menlo" panose="020B0609030804020204"/>
                <a:ea typeface="Menlo" panose="020B0609030804020204"/>
              </a:rPr>
              <a:t>(</a:t>
            </a:r>
            <a:r>
              <a:rPr sz="1700" b="0">
                <a:solidFill>
                  <a:srgbClr val="A31515"/>
                </a:solidFill>
                <a:latin typeface="Menlo" panose="020B0609030804020204"/>
                <a:ea typeface="Menlo" panose="020B0609030804020204"/>
              </a:rPr>
              <a:t>"click"</a:t>
            </a:r>
            <a:r>
              <a:rPr sz="1700" b="0">
                <a:solidFill>
                  <a:srgbClr val="000000"/>
                </a:solidFill>
                <a:latin typeface="Menlo" panose="020B0609030804020204"/>
                <a:ea typeface="Menlo" panose="020B0609030804020204"/>
              </a:rPr>
              <a:t>, </a:t>
            </a:r>
            <a:r>
              <a:rPr sz="1700" b="0">
                <a:solidFill>
                  <a:srgbClr val="795E26"/>
                </a:solidFill>
                <a:latin typeface="Menlo" panose="020B0609030804020204"/>
                <a:ea typeface="Menlo" panose="020B0609030804020204"/>
              </a:rPr>
              <a:t>handleClick</a:t>
            </a:r>
            <a:r>
              <a:rPr sz="1700" b="0">
                <a:solidFill>
                  <a:srgbClr val="000000"/>
                </a:solidFill>
                <a:latin typeface="Menlo" panose="020B0609030804020204"/>
                <a:ea typeface="Menlo" panose="020B0609030804020204"/>
              </a:rPr>
              <a:t>);</a:t>
            </a:r>
            <a:endParaRPr sz="17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001080"/>
                </a:solidFill>
                <a:latin typeface="Menlo" panose="020B0609030804020204"/>
                <a:ea typeface="Menlo" panose="020B0609030804020204"/>
              </a:rPr>
              <a:t>button</a:t>
            </a:r>
            <a:r>
              <a:rPr sz="1700" b="0">
                <a:solidFill>
                  <a:srgbClr val="000000"/>
                </a:solidFill>
                <a:latin typeface="Menlo" panose="020B0609030804020204"/>
                <a:ea typeface="Menlo" panose="020B0609030804020204"/>
              </a:rPr>
              <a:t>.</a:t>
            </a:r>
            <a:r>
              <a:rPr sz="1700" b="0">
                <a:solidFill>
                  <a:srgbClr val="795E26"/>
                </a:solidFill>
                <a:latin typeface="Menlo" panose="020B0609030804020204"/>
                <a:ea typeface="Menlo" panose="020B0609030804020204"/>
              </a:rPr>
              <a:t>removeEventListener</a:t>
            </a:r>
            <a:r>
              <a:rPr sz="1700" b="0">
                <a:solidFill>
                  <a:srgbClr val="000000"/>
                </a:solidFill>
                <a:latin typeface="Menlo" panose="020B0609030804020204"/>
                <a:ea typeface="Menlo" panose="020B0609030804020204"/>
              </a:rPr>
              <a:t>(</a:t>
            </a:r>
            <a:r>
              <a:rPr sz="1700" b="0">
                <a:solidFill>
                  <a:srgbClr val="A31515"/>
                </a:solidFill>
                <a:latin typeface="Menlo" panose="020B0609030804020204"/>
                <a:ea typeface="Menlo" panose="020B0609030804020204"/>
              </a:rPr>
              <a:t>"click"</a:t>
            </a:r>
            <a:r>
              <a:rPr sz="1700" b="0">
                <a:solidFill>
                  <a:srgbClr val="000000"/>
                </a:solidFill>
                <a:latin typeface="Menlo" panose="020B0609030804020204"/>
                <a:ea typeface="Menlo" panose="020B0609030804020204"/>
              </a:rPr>
              <a:t>, </a:t>
            </a:r>
            <a:r>
              <a:rPr sz="1700" b="0">
                <a:solidFill>
                  <a:srgbClr val="795E26"/>
                </a:solidFill>
                <a:latin typeface="Menlo" panose="020B0609030804020204"/>
                <a:ea typeface="Menlo" panose="020B0609030804020204"/>
              </a:rPr>
              <a:t>handleClick</a:t>
            </a:r>
            <a:r>
              <a:rPr sz="1700" b="0">
                <a:solidFill>
                  <a:srgbClr val="000000"/>
                </a:solidFill>
                <a:latin typeface="Menlo" panose="020B0609030804020204"/>
                <a:ea typeface="Menlo" panose="020B0609030804020204"/>
              </a:rPr>
              <a:t>);</a:t>
            </a:r>
            <a:endParaRPr sz="1700" b="0">
              <a:solidFill>
                <a:srgbClr val="000000"/>
              </a:solidFill>
              <a:latin typeface="Menlo" panose="020B0609030804020204"/>
              <a:ea typeface="Menlo" panose="020B0609030804020204"/>
            </a:endParaRPr>
          </a:p>
          <a:p>
            <a:pPr marL="0" indent="0" algn="l" defTabSz="266700">
              <a:lnSpc>
                <a:spcPts val="1800"/>
              </a:lnSpc>
              <a:spcAft>
                <a:spcPct val="0"/>
              </a:spcAft>
            </a:pPr>
            <a:r>
              <a:rPr sz="1700" b="0">
                <a:solidFill>
                  <a:srgbClr val="800000"/>
                </a:solidFill>
                <a:latin typeface="Menlo" panose="020B0609030804020204"/>
                <a:ea typeface="Menlo" panose="020B0609030804020204"/>
              </a:rPr>
              <a:t>&lt;/script&gt;</a:t>
            </a:r>
            <a:endParaRPr sz="1700" b="0">
              <a:solidFill>
                <a:srgbClr val="800000"/>
              </a:solidFill>
              <a:latin typeface="Menlo" panose="020B0609030804020204"/>
              <a:ea typeface="Menlo" panose="020B0609030804020204"/>
            </a:endParaRPr>
          </a:p>
          <a:p>
            <a:pPr marL="0" indent="0" algn="l" defTabSz="266700">
              <a:lnSpc>
                <a:spcPts val="1800"/>
              </a:lnSpc>
              <a:spcAft>
                <a:spcPct val="0"/>
              </a:spcAft>
            </a:pPr>
            <a:r>
              <a:rPr sz="1700" b="0">
                <a:solidFill>
                  <a:srgbClr val="800000"/>
                </a:solidFill>
                <a:latin typeface="Menlo" panose="020B0609030804020204"/>
                <a:ea typeface="Menlo" panose="020B0609030804020204"/>
              </a:rPr>
              <a:t>&lt;/body&gt;</a:t>
            </a:r>
            <a:endParaRPr sz="1700" b="0">
              <a:solidFill>
                <a:srgbClr val="800000"/>
              </a:solidFill>
              <a:latin typeface="Menlo" panose="020B0609030804020204"/>
              <a:ea typeface="Menlo" panose="020B0609030804020204"/>
            </a:endParaRPr>
          </a:p>
          <a:p>
            <a:pPr marL="0" indent="0" defTabSz="266700">
              <a:spcAft>
                <a:spcPct val="0"/>
              </a:spcAft>
            </a:pPr>
            <a:r>
              <a:rPr sz="1600">
                <a:latin typeface="Calibri" panose="020F0502020204030204"/>
                <a:ea typeface="SimSun"/>
              </a:rPr>
              <a:t> </a:t>
            </a:r>
            <a:endParaRPr sz="1600">
              <a:latin typeface="Calibri" panose="020F0502020204030204"/>
              <a:ea typeface="SimSun"/>
            </a:endParaRPr>
          </a:p>
        </p:txBody>
      </p:sp>
      <p:sp>
        <p:nvSpPr>
          <p:cNvPr id="8" name="Text Box 7"/>
          <p:cNvSpPr txBox="1"/>
          <p:nvPr/>
        </p:nvSpPr>
        <p:spPr>
          <a:xfrm>
            <a:off x="5562600" y="469900"/>
            <a:ext cx="6096000" cy="583565"/>
          </a:xfrm>
          <a:prstGeom prst="rect">
            <a:avLst/>
          </a:prstGeom>
          <a:noFill/>
        </p:spPr>
        <p:txBody>
          <a:bodyPr wrap="square" rtlCol="0" anchor="t">
            <a:spAutoFit/>
          </a:bodyPr>
          <a:p>
            <a:pPr algn="r"/>
            <a:r>
              <a:rPr sz="1600">
                <a:sym typeface="+mn-ea"/>
              </a:rPr>
              <a:t>Основные элементы DOM</a:t>
            </a:r>
            <a:endParaRPr sz="1600"/>
          </a:p>
          <a:p>
            <a:pPr algn="r"/>
            <a:r>
              <a:rPr sz="1600">
                <a:sym typeface="+mn-ea"/>
              </a:rPr>
              <a:t>DOM的基本元素</a:t>
            </a:r>
            <a:endParaRPr lang="en-US" sz="1600">
              <a:sym typeface="+mn-ea"/>
            </a:endParaRPr>
          </a:p>
        </p:txBody>
      </p:sp>
      <p:sp>
        <p:nvSpPr>
          <p:cNvPr id="9" name="Text Box 8"/>
          <p:cNvSpPr txBox="1"/>
          <p:nvPr/>
        </p:nvSpPr>
        <p:spPr>
          <a:xfrm>
            <a:off x="546100" y="408305"/>
            <a:ext cx="4064000" cy="645160"/>
          </a:xfrm>
          <a:prstGeom prst="rect">
            <a:avLst/>
          </a:prstGeom>
          <a:noFill/>
        </p:spPr>
        <p:txBody>
          <a:bodyPr wrap="square" rtlCol="0">
            <a:spAutoFit/>
          </a:bodyPr>
          <a:p>
            <a:r>
              <a:rPr lang="en-US"/>
              <a:t>Удаление обработчика событий</a:t>
            </a:r>
            <a:endParaRPr lang="en-US"/>
          </a:p>
          <a:p>
            <a:r>
              <a:rPr lang="en-US"/>
              <a:t>删除事件监听器</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2" name="image6.png"/>
          <p:cNvPicPr preferRelativeResize="0"/>
          <p:nvPr/>
        </p:nvPicPr>
        <p:blipFill>
          <a:blip r:embed="rId1"/>
          <a:srcRect/>
          <a:stretch>
            <a:fillRect/>
          </a:stretch>
        </p:blipFill>
        <p:spPr>
          <a:xfrm>
            <a:off x="5913120" y="3429000"/>
            <a:ext cx="1673860" cy="2346325"/>
          </a:xfrm>
          <a:prstGeom prst="rect">
            <a:avLst/>
          </a:prstGeom>
        </p:spPr>
      </p:pic>
      <p:pic>
        <p:nvPicPr>
          <p:cNvPr id="133" name="image5.png"/>
          <p:cNvPicPr preferRelativeResize="0"/>
          <p:nvPr/>
        </p:nvPicPr>
        <p:blipFill>
          <a:blip r:embed="rId2"/>
          <a:srcRect/>
          <a:stretch>
            <a:fillRect/>
          </a:stretch>
        </p:blipFill>
        <p:spPr>
          <a:xfrm>
            <a:off x="3775710" y="3429000"/>
            <a:ext cx="1749425" cy="2346325"/>
          </a:xfrm>
          <a:prstGeom prst="rect">
            <a:avLst/>
          </a:prstGeom>
        </p:spPr>
      </p:pic>
      <p:sp>
        <p:nvSpPr>
          <p:cNvPr id="8" name="Text Box 7"/>
          <p:cNvSpPr txBox="1"/>
          <p:nvPr/>
        </p:nvSpPr>
        <p:spPr>
          <a:xfrm>
            <a:off x="450850" y="577850"/>
            <a:ext cx="5462270" cy="1198880"/>
          </a:xfrm>
          <a:prstGeom prst="rect">
            <a:avLst/>
          </a:prstGeom>
          <a:noFill/>
        </p:spPr>
        <p:txBody>
          <a:bodyPr wrap="square" rtlCol="0">
            <a:spAutoFit/>
          </a:bodyPr>
          <a:p>
            <a:r>
              <a:rPr lang="ru-RU" altLang="en-US"/>
              <a:t>Р</a:t>
            </a:r>
            <a:r>
              <a:rPr lang="en-US"/>
              <a:t>азберем пример с имитацией переключения лампочки. Нарисуем на странице круг и добавим на страницу две кнопки, которые будут отвечать за цвет нарисованного круга</a:t>
            </a:r>
            <a:endParaRPr lang="en-US"/>
          </a:p>
        </p:txBody>
      </p:sp>
      <p:sp>
        <p:nvSpPr>
          <p:cNvPr id="9" name="Text Box 8"/>
          <p:cNvSpPr txBox="1"/>
          <p:nvPr/>
        </p:nvSpPr>
        <p:spPr>
          <a:xfrm>
            <a:off x="6508750" y="577850"/>
            <a:ext cx="4845050" cy="922020"/>
          </a:xfrm>
          <a:prstGeom prst="rect">
            <a:avLst/>
          </a:prstGeom>
          <a:noFill/>
        </p:spPr>
        <p:txBody>
          <a:bodyPr wrap="square" rtlCol="0">
            <a:spAutoFit/>
          </a:bodyPr>
          <a:p>
            <a:r>
              <a:rPr lang="en-US"/>
              <a:t>我们来分析一个模拟开关灯泡的例子。在页面上绘制一个圆形，并添加两个按钮，这两个按钮将控制圆形的颜色。</a:t>
            </a:r>
            <a:endParaRPr lang="en-US"/>
          </a:p>
        </p:txBody>
      </p:sp>
      <p:sp>
        <p:nvSpPr>
          <p:cNvPr id="10" name="Slide Number Placeholder 9"/>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229235" y="158750"/>
            <a:ext cx="11555730" cy="6323965"/>
          </a:xfrm>
          <a:prstGeom prst="rect">
            <a:avLst/>
          </a:prstGeom>
        </p:spPr>
        <p:txBody>
          <a:bodyPr wrap="square">
            <a:spAutoFit/>
          </a:bodyPr>
          <a:p>
            <a:pPr>
              <a:lnSpc>
                <a:spcPts val="1800"/>
              </a:lnSpc>
            </a:pPr>
            <a:r>
              <a:rPr sz="1400" b="0">
                <a:solidFill>
                  <a:srgbClr val="800000"/>
                </a:solidFill>
                <a:latin typeface="Menlo" panose="020B0609030804020204"/>
                <a:ea typeface="Menlo" panose="020B0609030804020204"/>
              </a:rPr>
              <a:t>&lt;head&gt;</a:t>
            </a:r>
            <a:endParaRPr sz="1400" b="0">
              <a:solidFill>
                <a:srgbClr val="800000"/>
              </a:solidFill>
              <a:latin typeface="Menlo" panose="020B0609030804020204"/>
              <a:ea typeface="Menlo" panose="020B0609030804020204"/>
            </a:endParaRPr>
          </a:p>
          <a:p>
            <a:pPr>
              <a:lnSpc>
                <a:spcPts val="1800"/>
              </a:lnSpc>
            </a:pPr>
            <a:r>
              <a:rPr sz="1400" b="0">
                <a:solidFill>
                  <a:srgbClr val="800000"/>
                </a:solidFill>
                <a:latin typeface="Menlo" panose="020B0609030804020204"/>
                <a:ea typeface="Menlo" panose="020B0609030804020204"/>
              </a:rPr>
              <a:t>&lt;meta</a:t>
            </a:r>
            <a:r>
              <a:rPr sz="1400" b="0">
                <a:solidFill>
                  <a:srgbClr val="E50000"/>
                </a:solidFill>
                <a:latin typeface="Menlo" panose="020B0609030804020204"/>
                <a:ea typeface="Menlo" panose="020B0609030804020204"/>
              </a:rPr>
              <a:t>charset</a:t>
            </a:r>
            <a:r>
              <a:rPr sz="1400" b="0">
                <a:solidFill>
                  <a:srgbClr val="3B3B3B"/>
                </a:solidFill>
                <a:latin typeface="Menlo" panose="020B0609030804020204"/>
                <a:ea typeface="Menlo" panose="020B0609030804020204"/>
              </a:rPr>
              <a:t>=</a:t>
            </a:r>
            <a:r>
              <a:rPr sz="1400" b="0">
                <a:solidFill>
                  <a:srgbClr val="0000FF"/>
                </a:solidFill>
                <a:latin typeface="Menlo" panose="020B0609030804020204"/>
                <a:ea typeface="Menlo" panose="020B0609030804020204"/>
              </a:rPr>
              <a:t>"UTF-8"</a:t>
            </a:r>
            <a:r>
              <a:rPr sz="1400" b="0">
                <a:solidFill>
                  <a:srgbClr val="800000"/>
                </a:solidFill>
                <a:latin typeface="Menlo" panose="020B0609030804020204"/>
                <a:ea typeface="Menlo" panose="020B0609030804020204"/>
              </a:rPr>
              <a:t>&gt;</a:t>
            </a:r>
            <a:endParaRPr sz="1400" b="0">
              <a:solidFill>
                <a:srgbClr val="800000"/>
              </a:solidFill>
              <a:latin typeface="Menlo" panose="020B0609030804020204"/>
              <a:ea typeface="Menlo" panose="020B0609030804020204"/>
            </a:endParaRPr>
          </a:p>
          <a:p>
            <a:pPr>
              <a:lnSpc>
                <a:spcPts val="1800"/>
              </a:lnSpc>
            </a:pPr>
            <a:r>
              <a:rPr sz="1400" b="0">
                <a:solidFill>
                  <a:srgbClr val="800000"/>
                </a:solidFill>
                <a:latin typeface="Menlo" panose="020B0609030804020204"/>
                <a:ea typeface="Menlo" panose="020B0609030804020204"/>
              </a:rPr>
              <a:t>&lt;style&gt;</a:t>
            </a:r>
            <a:endParaRPr sz="1400" b="0">
              <a:solidFill>
                <a:srgbClr val="800000"/>
              </a:solidFill>
              <a:latin typeface="Menlo" panose="020B0609030804020204"/>
              <a:ea typeface="Menlo" panose="020B0609030804020204"/>
            </a:endParaRPr>
          </a:p>
          <a:p>
            <a:pPr>
              <a:lnSpc>
                <a:spcPts val="1800"/>
              </a:lnSpc>
            </a:pPr>
            <a:r>
              <a:rPr sz="1400" b="0">
                <a:solidFill>
                  <a:srgbClr val="800000"/>
                </a:solidFill>
                <a:latin typeface="Menlo" panose="020B0609030804020204"/>
                <a:ea typeface="Menlo" panose="020B0609030804020204"/>
              </a:rPr>
              <a:t>.light</a:t>
            </a:r>
            <a:r>
              <a:rPr sz="1400" b="0">
                <a:solidFill>
                  <a:srgbClr val="000000"/>
                </a:solidFill>
                <a:latin typeface="Menlo" panose="020B0609030804020204"/>
                <a:ea typeface="Menlo" panose="020B0609030804020204"/>
              </a:rPr>
              <a:t> {</a:t>
            </a:r>
            <a:endParaRPr sz="1400" b="0">
              <a:solidFill>
                <a:srgbClr val="000000"/>
              </a:solidFill>
              <a:latin typeface="Menlo" panose="020B0609030804020204"/>
              <a:ea typeface="Menlo" panose="020B0609030804020204"/>
            </a:endParaRPr>
          </a:p>
          <a:p>
            <a:pPr lvl="1">
              <a:lnSpc>
                <a:spcPts val="1800"/>
              </a:lnSpc>
            </a:pPr>
            <a:r>
              <a:rPr sz="1400" b="0">
                <a:solidFill>
                  <a:srgbClr val="E50000"/>
                </a:solidFill>
                <a:latin typeface="Menlo" panose="020B0609030804020204"/>
                <a:ea typeface="Menlo" panose="020B0609030804020204"/>
              </a:rPr>
              <a:t>width</a:t>
            </a:r>
            <a:r>
              <a:rPr sz="1400" b="0">
                <a:solidFill>
                  <a:srgbClr val="000000"/>
                </a:solidFill>
                <a:latin typeface="Menlo" panose="020B0609030804020204"/>
                <a:ea typeface="Menlo" panose="020B0609030804020204"/>
              </a:rPr>
              <a:t>: </a:t>
            </a:r>
            <a:r>
              <a:rPr sz="1400" b="0">
                <a:solidFill>
                  <a:srgbClr val="098658"/>
                </a:solidFill>
                <a:latin typeface="Menlo" panose="020B0609030804020204"/>
                <a:ea typeface="Menlo" panose="020B0609030804020204"/>
              </a:rPr>
              <a:t>100px</a:t>
            </a:r>
            <a:r>
              <a:rPr sz="1400" b="0">
                <a:solidFill>
                  <a:srgbClr val="000000"/>
                </a:solidFill>
                <a:latin typeface="Menlo" panose="020B0609030804020204"/>
                <a:ea typeface="Menlo" panose="020B0609030804020204"/>
              </a:rPr>
              <a:t>;</a:t>
            </a:r>
            <a:endParaRPr sz="1400" b="0">
              <a:solidFill>
                <a:srgbClr val="000000"/>
              </a:solidFill>
              <a:latin typeface="Menlo" panose="020B0609030804020204"/>
              <a:ea typeface="Menlo" panose="020B0609030804020204"/>
            </a:endParaRPr>
          </a:p>
          <a:p>
            <a:pPr lvl="1">
              <a:lnSpc>
                <a:spcPts val="1800"/>
              </a:lnSpc>
            </a:pPr>
            <a:r>
              <a:rPr sz="1400" b="0">
                <a:solidFill>
                  <a:srgbClr val="E50000"/>
                </a:solidFill>
                <a:latin typeface="Menlo" panose="020B0609030804020204"/>
                <a:ea typeface="Menlo" panose="020B0609030804020204"/>
              </a:rPr>
              <a:t>height</a:t>
            </a:r>
            <a:r>
              <a:rPr sz="1400" b="0">
                <a:solidFill>
                  <a:srgbClr val="000000"/>
                </a:solidFill>
                <a:latin typeface="Menlo" panose="020B0609030804020204"/>
                <a:ea typeface="Menlo" panose="020B0609030804020204"/>
              </a:rPr>
              <a:t>: </a:t>
            </a:r>
            <a:r>
              <a:rPr sz="1400" b="0">
                <a:solidFill>
                  <a:srgbClr val="098658"/>
                </a:solidFill>
                <a:latin typeface="Menlo" panose="020B0609030804020204"/>
                <a:ea typeface="Menlo" panose="020B0609030804020204"/>
              </a:rPr>
              <a:t>100px</a:t>
            </a:r>
            <a:r>
              <a:rPr sz="1400" b="0">
                <a:solidFill>
                  <a:srgbClr val="000000"/>
                </a:solidFill>
                <a:latin typeface="Menlo" panose="020B0609030804020204"/>
                <a:ea typeface="Menlo" panose="020B0609030804020204"/>
              </a:rPr>
              <a:t>;</a:t>
            </a:r>
            <a:endParaRPr sz="1400" b="0">
              <a:solidFill>
                <a:srgbClr val="000000"/>
              </a:solidFill>
              <a:latin typeface="Menlo" panose="020B0609030804020204"/>
              <a:ea typeface="Menlo" panose="020B0609030804020204"/>
            </a:endParaRPr>
          </a:p>
          <a:p>
            <a:pPr lvl="1">
              <a:lnSpc>
                <a:spcPts val="1800"/>
              </a:lnSpc>
            </a:pPr>
            <a:r>
              <a:rPr sz="1400" b="0">
                <a:solidFill>
                  <a:srgbClr val="E50000"/>
                </a:solidFill>
                <a:latin typeface="Menlo" panose="020B0609030804020204"/>
                <a:ea typeface="Menlo" panose="020B0609030804020204"/>
              </a:rPr>
              <a:t>background-color</a:t>
            </a:r>
            <a:r>
              <a:rPr sz="1400" b="0">
                <a:solidFill>
                  <a:srgbClr val="000000"/>
                </a:solidFill>
                <a:latin typeface="Menlo" panose="020B0609030804020204"/>
                <a:ea typeface="Menlo" panose="020B0609030804020204"/>
              </a:rPr>
              <a:t>: </a:t>
            </a:r>
            <a:r>
              <a:rPr sz="1400" b="0">
                <a:solidFill>
                  <a:srgbClr val="0451A5"/>
                </a:solidFill>
                <a:latin typeface="Menlo" panose="020B0609030804020204"/>
                <a:ea typeface="Menlo" panose="020B0609030804020204"/>
              </a:rPr>
              <a:t>black</a:t>
            </a:r>
            <a:r>
              <a:rPr sz="1400" b="0">
                <a:solidFill>
                  <a:srgbClr val="000000"/>
                </a:solidFill>
                <a:latin typeface="Menlo" panose="020B0609030804020204"/>
                <a:ea typeface="Menlo" panose="020B0609030804020204"/>
              </a:rPr>
              <a:t>;</a:t>
            </a:r>
            <a:endParaRPr sz="1400" b="0">
              <a:solidFill>
                <a:srgbClr val="000000"/>
              </a:solidFill>
              <a:latin typeface="Menlo" panose="020B0609030804020204"/>
              <a:ea typeface="Menlo" panose="020B0609030804020204"/>
            </a:endParaRPr>
          </a:p>
          <a:p>
            <a:pPr lvl="1">
              <a:lnSpc>
                <a:spcPts val="1800"/>
              </a:lnSpc>
            </a:pPr>
            <a:r>
              <a:rPr sz="1400" b="0">
                <a:solidFill>
                  <a:srgbClr val="E50000"/>
                </a:solidFill>
                <a:latin typeface="Menlo" panose="020B0609030804020204"/>
                <a:ea typeface="Menlo" panose="020B0609030804020204"/>
              </a:rPr>
              <a:t>margin</a:t>
            </a:r>
            <a:r>
              <a:rPr sz="1400" b="0">
                <a:solidFill>
                  <a:srgbClr val="000000"/>
                </a:solidFill>
                <a:latin typeface="Menlo" panose="020B0609030804020204"/>
                <a:ea typeface="Menlo" panose="020B0609030804020204"/>
              </a:rPr>
              <a:t>: </a:t>
            </a:r>
            <a:r>
              <a:rPr sz="1400" b="0">
                <a:solidFill>
                  <a:srgbClr val="098658"/>
                </a:solidFill>
                <a:latin typeface="Menlo" panose="020B0609030804020204"/>
                <a:ea typeface="Menlo" panose="020B0609030804020204"/>
              </a:rPr>
              <a:t>10px</a:t>
            </a:r>
            <a:r>
              <a:rPr sz="1400" b="0">
                <a:solidFill>
                  <a:srgbClr val="000000"/>
                </a:solidFill>
                <a:latin typeface="Menlo" panose="020B0609030804020204"/>
                <a:ea typeface="Menlo" panose="020B0609030804020204"/>
              </a:rPr>
              <a:t>;</a:t>
            </a:r>
            <a:endParaRPr sz="1400" b="0">
              <a:solidFill>
                <a:srgbClr val="000000"/>
              </a:solidFill>
              <a:latin typeface="Menlo" panose="020B0609030804020204"/>
              <a:ea typeface="Menlo" panose="020B0609030804020204"/>
            </a:endParaRPr>
          </a:p>
          <a:p>
            <a:pPr lvl="1">
              <a:lnSpc>
                <a:spcPts val="1800"/>
              </a:lnSpc>
            </a:pPr>
            <a:r>
              <a:rPr sz="1400" b="0">
                <a:solidFill>
                  <a:srgbClr val="E50000"/>
                </a:solidFill>
                <a:latin typeface="Menlo" panose="020B0609030804020204"/>
                <a:ea typeface="Menlo" panose="020B0609030804020204"/>
              </a:rPr>
              <a:t>border-radius</a:t>
            </a:r>
            <a:r>
              <a:rPr sz="1400" b="0">
                <a:solidFill>
                  <a:srgbClr val="000000"/>
                </a:solidFill>
                <a:latin typeface="Menlo" panose="020B0609030804020204"/>
                <a:ea typeface="Menlo" panose="020B0609030804020204"/>
              </a:rPr>
              <a:t>: </a:t>
            </a:r>
            <a:r>
              <a:rPr sz="1400" b="0">
                <a:solidFill>
                  <a:srgbClr val="098658"/>
                </a:solidFill>
                <a:latin typeface="Menlo" panose="020B0609030804020204"/>
                <a:ea typeface="Menlo" panose="020B0609030804020204"/>
              </a:rPr>
              <a:t>50%</a:t>
            </a:r>
            <a:r>
              <a:rPr sz="1400" b="0">
                <a:solidFill>
                  <a:srgbClr val="000000"/>
                </a:solidFill>
                <a:latin typeface="Menlo" panose="020B0609030804020204"/>
                <a:ea typeface="Menlo" panose="020B0609030804020204"/>
              </a:rPr>
              <a:t>;</a:t>
            </a:r>
            <a:endParaRPr sz="1400" b="0">
              <a:solidFill>
                <a:srgbClr val="000000"/>
              </a:solidFill>
              <a:latin typeface="Menlo" panose="020B0609030804020204"/>
              <a:ea typeface="Menlo" panose="020B0609030804020204"/>
            </a:endParaRPr>
          </a:p>
          <a:p>
            <a:pPr>
              <a:lnSpc>
                <a:spcPts val="1800"/>
              </a:lnSpc>
            </a:pPr>
            <a:r>
              <a:rPr sz="1400" b="0">
                <a:solidFill>
                  <a:srgbClr val="000000"/>
                </a:solidFill>
                <a:latin typeface="Menlo" panose="020B0609030804020204"/>
                <a:ea typeface="Menlo" panose="020B0609030804020204"/>
              </a:rPr>
              <a:t> }</a:t>
            </a:r>
            <a:endParaRPr sz="1400" b="0">
              <a:solidFill>
                <a:srgbClr val="000000"/>
              </a:solidFill>
              <a:latin typeface="Menlo" panose="020B0609030804020204"/>
              <a:ea typeface="Menlo" panose="020B0609030804020204"/>
            </a:endParaRPr>
          </a:p>
          <a:p>
            <a:pPr>
              <a:lnSpc>
                <a:spcPts val="1800"/>
              </a:lnSpc>
            </a:pPr>
            <a:r>
              <a:rPr sz="1400" b="0">
                <a:solidFill>
                  <a:srgbClr val="800000"/>
                </a:solidFill>
                <a:latin typeface="Menlo" panose="020B0609030804020204"/>
                <a:ea typeface="Menlo" panose="020B0609030804020204"/>
              </a:rPr>
              <a:t>&lt;/style&gt;</a:t>
            </a:r>
            <a:endParaRPr sz="1400" b="0">
              <a:solidFill>
                <a:srgbClr val="800000"/>
              </a:solidFill>
              <a:latin typeface="Menlo" panose="020B0609030804020204"/>
              <a:ea typeface="Menlo" panose="020B0609030804020204"/>
            </a:endParaRPr>
          </a:p>
          <a:p>
            <a:pPr>
              <a:lnSpc>
                <a:spcPts val="1800"/>
              </a:lnSpc>
            </a:pPr>
            <a:r>
              <a:rPr sz="1400" b="0">
                <a:solidFill>
                  <a:srgbClr val="800000"/>
                </a:solidFill>
                <a:latin typeface="Menlo" panose="020B0609030804020204"/>
                <a:ea typeface="Menlo" panose="020B0609030804020204"/>
              </a:rPr>
              <a:t>&lt;/head&gt;</a:t>
            </a:r>
            <a:endParaRPr sz="1400" b="0">
              <a:solidFill>
                <a:srgbClr val="800000"/>
              </a:solidFill>
              <a:latin typeface="Menlo" panose="020B0609030804020204"/>
              <a:ea typeface="Menlo" panose="020B0609030804020204"/>
            </a:endParaRPr>
          </a:p>
          <a:p>
            <a:pPr>
              <a:lnSpc>
                <a:spcPts val="1800"/>
              </a:lnSpc>
            </a:pPr>
            <a:r>
              <a:rPr sz="1400" b="0">
                <a:solidFill>
                  <a:srgbClr val="800000"/>
                </a:solidFill>
                <a:latin typeface="Menlo" panose="020B0609030804020204"/>
                <a:ea typeface="Menlo" panose="020B0609030804020204"/>
              </a:rPr>
              <a:t>&lt;body&gt;</a:t>
            </a:r>
            <a:endParaRPr sz="1400" b="0">
              <a:solidFill>
                <a:srgbClr val="800000"/>
              </a:solidFill>
              <a:latin typeface="Menlo" panose="020B0609030804020204"/>
              <a:ea typeface="Menlo" panose="020B0609030804020204"/>
            </a:endParaRPr>
          </a:p>
          <a:p>
            <a:pPr>
              <a:lnSpc>
                <a:spcPts val="1800"/>
              </a:lnSpc>
            </a:pPr>
            <a:r>
              <a:rPr sz="1400" b="0">
                <a:solidFill>
                  <a:srgbClr val="800000"/>
                </a:solidFill>
                <a:latin typeface="Menlo" panose="020B0609030804020204"/>
                <a:ea typeface="Menlo" panose="020B0609030804020204"/>
              </a:rPr>
              <a:t>&lt;button</a:t>
            </a:r>
            <a:r>
              <a:rPr lang="en-US" sz="1400" b="0">
                <a:solidFill>
                  <a:srgbClr val="800000"/>
                </a:solidFill>
                <a:latin typeface="Menlo" panose="020B0609030804020204"/>
                <a:ea typeface="Menlo" panose="020B0609030804020204"/>
              </a:rPr>
              <a:t> </a:t>
            </a:r>
            <a:r>
              <a:rPr sz="1400" b="0">
                <a:solidFill>
                  <a:srgbClr val="E50000"/>
                </a:solidFill>
                <a:latin typeface="Menlo" panose="020B0609030804020204"/>
                <a:ea typeface="Menlo" panose="020B0609030804020204"/>
              </a:rPr>
              <a:t>onclick</a:t>
            </a:r>
            <a:r>
              <a:rPr sz="1400" b="0">
                <a:solidFill>
                  <a:srgbClr val="3B3B3B"/>
                </a:solidFill>
                <a:latin typeface="Menlo" panose="020B0609030804020204"/>
                <a:ea typeface="Menlo" panose="020B0609030804020204"/>
              </a:rPr>
              <a:t>=</a:t>
            </a:r>
            <a:r>
              <a:rPr sz="1400" b="0">
                <a:solidFill>
                  <a:srgbClr val="0000FF"/>
                </a:solidFill>
                <a:latin typeface="Menlo" panose="020B0609030804020204"/>
                <a:ea typeface="Menlo" panose="020B0609030804020204"/>
              </a:rPr>
              <a:t>"</a:t>
            </a:r>
            <a:r>
              <a:rPr sz="1400" b="0">
                <a:solidFill>
                  <a:srgbClr val="795E26"/>
                </a:solidFill>
                <a:latin typeface="Menlo" panose="020B0609030804020204"/>
                <a:ea typeface="Menlo" panose="020B0609030804020204"/>
              </a:rPr>
              <a:t>turnOn</a:t>
            </a:r>
            <a:r>
              <a:rPr sz="1400" b="0">
                <a:solidFill>
                  <a:srgbClr val="0000FF"/>
                </a:solidFill>
                <a:latin typeface="Menlo" panose="020B0609030804020204"/>
                <a:ea typeface="Menlo" panose="020B0609030804020204"/>
              </a:rPr>
              <a:t>()"</a:t>
            </a:r>
            <a:r>
              <a:rPr sz="1400" b="0">
                <a:solidFill>
                  <a:srgbClr val="800000"/>
                </a:solidFill>
                <a:latin typeface="Menlo" panose="020B0609030804020204"/>
                <a:ea typeface="Menlo" panose="020B0609030804020204"/>
              </a:rPr>
              <a:t>&gt;</a:t>
            </a:r>
            <a:r>
              <a:rPr sz="1400" b="0">
                <a:solidFill>
                  <a:srgbClr val="3B3B3B"/>
                </a:solidFill>
                <a:latin typeface="Menlo" panose="020B0609030804020204"/>
                <a:ea typeface="Menlo" panose="020B0609030804020204"/>
              </a:rPr>
              <a:t>Turn on the light</a:t>
            </a:r>
            <a:r>
              <a:rPr sz="1400" b="0">
                <a:solidFill>
                  <a:srgbClr val="800000"/>
                </a:solidFill>
                <a:latin typeface="Menlo" panose="020B0609030804020204"/>
                <a:ea typeface="Menlo" panose="020B0609030804020204"/>
              </a:rPr>
              <a:t>&lt;/button&gt;</a:t>
            </a:r>
            <a:endParaRPr sz="1400" b="0">
              <a:solidFill>
                <a:srgbClr val="800000"/>
              </a:solidFill>
              <a:latin typeface="Menlo" panose="020B0609030804020204"/>
              <a:ea typeface="Menlo" panose="020B0609030804020204"/>
            </a:endParaRPr>
          </a:p>
          <a:p>
            <a:pPr>
              <a:lnSpc>
                <a:spcPts val="1800"/>
              </a:lnSpc>
            </a:pPr>
            <a:r>
              <a:rPr sz="1400" b="0">
                <a:solidFill>
                  <a:srgbClr val="800000"/>
                </a:solidFill>
                <a:latin typeface="Menlo" panose="020B0609030804020204"/>
                <a:ea typeface="Menlo" panose="020B0609030804020204"/>
              </a:rPr>
              <a:t>&lt;div</a:t>
            </a:r>
            <a:r>
              <a:rPr lang="en-US" sz="1400" b="0">
                <a:solidFill>
                  <a:srgbClr val="800000"/>
                </a:solidFill>
                <a:latin typeface="Menlo" panose="020B0609030804020204"/>
                <a:ea typeface="Menlo" panose="020B0609030804020204"/>
              </a:rPr>
              <a:t> </a:t>
            </a:r>
            <a:r>
              <a:rPr sz="1400" b="0">
                <a:solidFill>
                  <a:srgbClr val="E50000"/>
                </a:solidFill>
                <a:latin typeface="Menlo" panose="020B0609030804020204"/>
                <a:ea typeface="Menlo" panose="020B0609030804020204"/>
              </a:rPr>
              <a:t>id</a:t>
            </a:r>
            <a:r>
              <a:rPr sz="1400" b="0">
                <a:solidFill>
                  <a:srgbClr val="3B3B3B"/>
                </a:solidFill>
                <a:latin typeface="Menlo" panose="020B0609030804020204"/>
                <a:ea typeface="Menlo" panose="020B0609030804020204"/>
              </a:rPr>
              <a:t>=</a:t>
            </a:r>
            <a:r>
              <a:rPr sz="1400" b="0">
                <a:solidFill>
                  <a:srgbClr val="0000FF"/>
                </a:solidFill>
                <a:latin typeface="Menlo" panose="020B0609030804020204"/>
                <a:ea typeface="Menlo" panose="020B0609030804020204"/>
              </a:rPr>
              <a:t>"light"</a:t>
            </a:r>
            <a:r>
              <a:rPr sz="1400" b="0">
                <a:solidFill>
                  <a:srgbClr val="E50000"/>
                </a:solidFill>
                <a:latin typeface="Menlo" panose="020B0609030804020204"/>
                <a:ea typeface="Menlo" panose="020B0609030804020204"/>
              </a:rPr>
              <a:t>class</a:t>
            </a:r>
            <a:r>
              <a:rPr sz="1400" b="0">
                <a:solidFill>
                  <a:srgbClr val="3B3B3B"/>
                </a:solidFill>
                <a:latin typeface="Menlo" panose="020B0609030804020204"/>
                <a:ea typeface="Menlo" panose="020B0609030804020204"/>
              </a:rPr>
              <a:t>=</a:t>
            </a:r>
            <a:r>
              <a:rPr sz="1400" b="0">
                <a:solidFill>
                  <a:srgbClr val="0000FF"/>
                </a:solidFill>
                <a:latin typeface="Menlo" panose="020B0609030804020204"/>
                <a:ea typeface="Menlo" panose="020B0609030804020204"/>
              </a:rPr>
              <a:t>"light"</a:t>
            </a:r>
            <a:r>
              <a:rPr sz="1400" b="0">
                <a:solidFill>
                  <a:srgbClr val="800000"/>
                </a:solidFill>
                <a:latin typeface="Menlo" panose="020B0609030804020204"/>
                <a:ea typeface="Menlo" panose="020B0609030804020204"/>
              </a:rPr>
              <a:t>&gt;&lt;/div&gt;</a:t>
            </a:r>
            <a:endParaRPr sz="1400" b="0">
              <a:solidFill>
                <a:srgbClr val="800000"/>
              </a:solidFill>
              <a:latin typeface="Menlo" panose="020B0609030804020204"/>
              <a:ea typeface="Menlo" panose="020B0609030804020204"/>
            </a:endParaRPr>
          </a:p>
          <a:p>
            <a:pPr>
              <a:lnSpc>
                <a:spcPts val="1800"/>
              </a:lnSpc>
            </a:pPr>
            <a:r>
              <a:rPr sz="1400" b="0">
                <a:solidFill>
                  <a:srgbClr val="800000"/>
                </a:solidFill>
                <a:latin typeface="Menlo" panose="020B0609030804020204"/>
                <a:ea typeface="Menlo" panose="020B0609030804020204"/>
              </a:rPr>
              <a:t>&lt;button</a:t>
            </a:r>
            <a:r>
              <a:rPr lang="en-US" sz="1400" b="0">
                <a:solidFill>
                  <a:srgbClr val="800000"/>
                </a:solidFill>
                <a:latin typeface="Menlo" panose="020B0609030804020204"/>
                <a:ea typeface="Menlo" panose="020B0609030804020204"/>
              </a:rPr>
              <a:t> </a:t>
            </a:r>
            <a:r>
              <a:rPr sz="1400" b="0">
                <a:solidFill>
                  <a:srgbClr val="E50000"/>
                </a:solidFill>
                <a:latin typeface="Menlo" panose="020B0609030804020204"/>
                <a:ea typeface="Menlo" panose="020B0609030804020204"/>
              </a:rPr>
              <a:t>onclick</a:t>
            </a:r>
            <a:r>
              <a:rPr sz="1400" b="0">
                <a:solidFill>
                  <a:srgbClr val="3B3B3B"/>
                </a:solidFill>
                <a:latin typeface="Menlo" panose="020B0609030804020204"/>
                <a:ea typeface="Menlo" panose="020B0609030804020204"/>
              </a:rPr>
              <a:t>=</a:t>
            </a:r>
            <a:r>
              <a:rPr sz="1400" b="0">
                <a:solidFill>
                  <a:srgbClr val="0000FF"/>
                </a:solidFill>
                <a:latin typeface="Menlo" panose="020B0609030804020204"/>
                <a:ea typeface="Menlo" panose="020B0609030804020204"/>
              </a:rPr>
              <a:t>"</a:t>
            </a:r>
            <a:r>
              <a:rPr sz="1400" b="0">
                <a:solidFill>
                  <a:srgbClr val="795E26"/>
                </a:solidFill>
                <a:latin typeface="Menlo" panose="020B0609030804020204"/>
                <a:ea typeface="Menlo" panose="020B0609030804020204"/>
              </a:rPr>
              <a:t>turnOff</a:t>
            </a:r>
            <a:r>
              <a:rPr sz="1400" b="0">
                <a:solidFill>
                  <a:srgbClr val="0000FF"/>
                </a:solidFill>
                <a:latin typeface="Menlo" panose="020B0609030804020204"/>
                <a:ea typeface="Menlo" panose="020B0609030804020204"/>
              </a:rPr>
              <a:t>()"</a:t>
            </a:r>
            <a:r>
              <a:rPr sz="1400" b="0">
                <a:solidFill>
                  <a:srgbClr val="800000"/>
                </a:solidFill>
                <a:latin typeface="Menlo" panose="020B0609030804020204"/>
                <a:ea typeface="Menlo" panose="020B0609030804020204"/>
              </a:rPr>
              <a:t>&gt;</a:t>
            </a:r>
            <a:r>
              <a:rPr sz="1400" b="0">
                <a:solidFill>
                  <a:srgbClr val="3B3B3B"/>
                </a:solidFill>
                <a:latin typeface="Menlo" panose="020B0609030804020204"/>
                <a:ea typeface="Menlo" panose="020B0609030804020204"/>
              </a:rPr>
              <a:t>Turn off the light</a:t>
            </a:r>
            <a:r>
              <a:rPr sz="1400" b="0">
                <a:solidFill>
                  <a:srgbClr val="800000"/>
                </a:solidFill>
                <a:latin typeface="Menlo" panose="020B0609030804020204"/>
                <a:ea typeface="Menlo" panose="020B0609030804020204"/>
              </a:rPr>
              <a:t>&lt;/button&gt;</a:t>
            </a:r>
            <a:endParaRPr sz="1400" b="0">
              <a:solidFill>
                <a:srgbClr val="800000"/>
              </a:solidFill>
              <a:latin typeface="Menlo" panose="020B0609030804020204"/>
              <a:ea typeface="Menlo" panose="020B0609030804020204"/>
            </a:endParaRPr>
          </a:p>
          <a:p>
            <a:pPr>
              <a:lnSpc>
                <a:spcPts val="1800"/>
              </a:lnSpc>
            </a:pPr>
            <a:r>
              <a:rPr sz="1400" b="0">
                <a:solidFill>
                  <a:srgbClr val="800000"/>
                </a:solidFill>
                <a:latin typeface="Menlo" panose="020B0609030804020204"/>
                <a:ea typeface="Menlo" panose="020B0609030804020204"/>
              </a:rPr>
              <a:t>&lt;script&gt;</a:t>
            </a:r>
            <a:endParaRPr sz="1400" b="0">
              <a:solidFill>
                <a:srgbClr val="800000"/>
              </a:solidFill>
              <a:latin typeface="Menlo" panose="020B0609030804020204"/>
              <a:ea typeface="Menlo" panose="020B0609030804020204"/>
            </a:endParaRPr>
          </a:p>
          <a:p>
            <a:pPr lvl="1">
              <a:lnSpc>
                <a:spcPts val="1800"/>
              </a:lnSpc>
            </a:pPr>
            <a:r>
              <a:rPr sz="1400" b="0">
                <a:solidFill>
                  <a:srgbClr val="0000FF"/>
                </a:solidFill>
                <a:latin typeface="Menlo" panose="020B0609030804020204"/>
                <a:ea typeface="Menlo" panose="020B0609030804020204"/>
              </a:rPr>
              <a:t>function</a:t>
            </a:r>
            <a:r>
              <a:rPr lang="en-US" sz="1400" b="0">
                <a:solidFill>
                  <a:srgbClr val="0000FF"/>
                </a:solidFill>
                <a:latin typeface="Menlo" panose="020B0609030804020204"/>
                <a:ea typeface="Menlo" panose="020B0609030804020204"/>
              </a:rPr>
              <a:t> </a:t>
            </a:r>
            <a:r>
              <a:rPr sz="1400" b="0">
                <a:solidFill>
                  <a:srgbClr val="795E26"/>
                </a:solidFill>
                <a:latin typeface="Menlo" panose="020B0609030804020204"/>
                <a:ea typeface="Menlo" panose="020B0609030804020204"/>
              </a:rPr>
              <a:t>turnOn</a:t>
            </a:r>
            <a:r>
              <a:rPr sz="1400" b="0">
                <a:solidFill>
                  <a:srgbClr val="000000"/>
                </a:solidFill>
                <a:latin typeface="Menlo" panose="020B0609030804020204"/>
                <a:ea typeface="Menlo" panose="020B0609030804020204"/>
              </a:rPr>
              <a:t>() {</a:t>
            </a:r>
            <a:endParaRPr sz="1400" b="0">
              <a:solidFill>
                <a:srgbClr val="000000"/>
              </a:solidFill>
              <a:latin typeface="Menlo" panose="020B0609030804020204"/>
              <a:ea typeface="Menlo" panose="020B0609030804020204"/>
            </a:endParaRPr>
          </a:p>
          <a:p>
            <a:pPr lvl="2">
              <a:lnSpc>
                <a:spcPts val="1800"/>
              </a:lnSpc>
            </a:pPr>
            <a:r>
              <a:rPr sz="1400" b="0">
                <a:solidFill>
                  <a:srgbClr val="001080"/>
                </a:solidFill>
                <a:latin typeface="Menlo" panose="020B0609030804020204"/>
                <a:ea typeface="Menlo" panose="020B0609030804020204"/>
              </a:rPr>
              <a:t>document</a:t>
            </a:r>
            <a:r>
              <a:rPr sz="1400" b="0">
                <a:solidFill>
                  <a:srgbClr val="000000"/>
                </a:solidFill>
                <a:latin typeface="Menlo" panose="020B0609030804020204"/>
                <a:ea typeface="Menlo" panose="020B0609030804020204"/>
              </a:rPr>
              <a:t>.</a:t>
            </a:r>
            <a:r>
              <a:rPr sz="1400" b="0">
                <a:solidFill>
                  <a:srgbClr val="795E26"/>
                </a:solidFill>
                <a:latin typeface="Menlo" panose="020B0609030804020204"/>
                <a:ea typeface="Menlo" panose="020B0609030804020204"/>
              </a:rPr>
              <a:t>getElementById</a:t>
            </a:r>
            <a:r>
              <a:rPr sz="1400" b="0">
                <a:solidFill>
                  <a:srgbClr val="000000"/>
                </a:solidFill>
                <a:latin typeface="Menlo" panose="020B0609030804020204"/>
                <a:ea typeface="Menlo" panose="020B0609030804020204"/>
              </a:rPr>
              <a:t>(</a:t>
            </a:r>
            <a:r>
              <a:rPr sz="1400" b="0">
                <a:solidFill>
                  <a:srgbClr val="A31515"/>
                </a:solidFill>
                <a:latin typeface="Menlo" panose="020B0609030804020204"/>
                <a:ea typeface="Menlo" panose="020B0609030804020204"/>
              </a:rPr>
              <a:t>'light'</a:t>
            </a:r>
            <a:r>
              <a:rPr sz="1400" b="0">
                <a:solidFill>
                  <a:srgbClr val="000000"/>
                </a:solidFill>
                <a:latin typeface="Menlo" panose="020B0609030804020204"/>
                <a:ea typeface="Menlo" panose="020B0609030804020204"/>
              </a:rPr>
              <a:t>).</a:t>
            </a:r>
            <a:r>
              <a:rPr sz="1400" b="0">
                <a:solidFill>
                  <a:srgbClr val="001080"/>
                </a:solidFill>
                <a:latin typeface="Menlo" panose="020B0609030804020204"/>
                <a:ea typeface="Menlo" panose="020B0609030804020204"/>
              </a:rPr>
              <a:t>style</a:t>
            </a:r>
            <a:r>
              <a:rPr sz="1400" b="0">
                <a:solidFill>
                  <a:srgbClr val="000000"/>
                </a:solidFill>
                <a:latin typeface="Menlo" panose="020B0609030804020204"/>
                <a:ea typeface="Menlo" panose="020B0609030804020204"/>
              </a:rPr>
              <a:t>.</a:t>
            </a:r>
            <a:r>
              <a:rPr sz="1400" b="0">
                <a:solidFill>
                  <a:srgbClr val="001080"/>
                </a:solidFill>
                <a:latin typeface="Menlo" panose="020B0609030804020204"/>
                <a:ea typeface="Menlo" panose="020B0609030804020204"/>
              </a:rPr>
              <a:t>backgroundColor</a:t>
            </a:r>
            <a:r>
              <a:rPr sz="1400" b="0">
                <a:solidFill>
                  <a:srgbClr val="000000"/>
                </a:solidFill>
                <a:latin typeface="Menlo" panose="020B0609030804020204"/>
                <a:ea typeface="Menlo" panose="020B0609030804020204"/>
              </a:rPr>
              <a:t> = </a:t>
            </a:r>
            <a:r>
              <a:rPr sz="1400" b="0">
                <a:solidFill>
                  <a:srgbClr val="A31515"/>
                </a:solidFill>
                <a:latin typeface="Menlo" panose="020B0609030804020204"/>
                <a:ea typeface="Menlo" panose="020B0609030804020204"/>
              </a:rPr>
              <a:t>'yellow'</a:t>
            </a:r>
            <a:r>
              <a:rPr sz="1400" b="0">
                <a:solidFill>
                  <a:srgbClr val="000000"/>
                </a:solidFill>
                <a:latin typeface="Menlo" panose="020B0609030804020204"/>
                <a:ea typeface="Menlo" panose="020B0609030804020204"/>
              </a:rPr>
              <a:t>;</a:t>
            </a:r>
            <a:endParaRPr sz="1400" b="0">
              <a:solidFill>
                <a:srgbClr val="000000"/>
              </a:solidFill>
              <a:latin typeface="Menlo" panose="020B0609030804020204"/>
              <a:ea typeface="Menlo" panose="020B0609030804020204"/>
            </a:endParaRPr>
          </a:p>
          <a:p>
            <a:pPr lvl="2">
              <a:lnSpc>
                <a:spcPts val="1800"/>
              </a:lnSpc>
            </a:pPr>
            <a:r>
              <a:rPr sz="1400" b="0">
                <a:solidFill>
                  <a:srgbClr val="001080"/>
                </a:solidFill>
                <a:latin typeface="Menlo" panose="020B0609030804020204"/>
                <a:ea typeface="Menlo" panose="020B0609030804020204"/>
              </a:rPr>
              <a:t>document</a:t>
            </a:r>
            <a:r>
              <a:rPr sz="1400" b="0">
                <a:solidFill>
                  <a:srgbClr val="000000"/>
                </a:solidFill>
                <a:latin typeface="Menlo" panose="020B0609030804020204"/>
                <a:ea typeface="Menlo" panose="020B0609030804020204"/>
              </a:rPr>
              <a:t>.</a:t>
            </a:r>
            <a:r>
              <a:rPr sz="1400" b="0">
                <a:solidFill>
                  <a:srgbClr val="795E26"/>
                </a:solidFill>
                <a:latin typeface="Menlo" panose="020B0609030804020204"/>
                <a:ea typeface="Menlo" panose="020B0609030804020204"/>
              </a:rPr>
              <a:t>getElementById</a:t>
            </a:r>
            <a:r>
              <a:rPr sz="1400" b="0">
                <a:solidFill>
                  <a:srgbClr val="000000"/>
                </a:solidFill>
                <a:latin typeface="Menlo" panose="020B0609030804020204"/>
                <a:ea typeface="Menlo" panose="020B0609030804020204"/>
              </a:rPr>
              <a:t>(</a:t>
            </a:r>
            <a:r>
              <a:rPr sz="1400" b="0">
                <a:solidFill>
                  <a:srgbClr val="A31515"/>
                </a:solidFill>
                <a:latin typeface="Menlo" panose="020B0609030804020204"/>
                <a:ea typeface="Menlo" panose="020B0609030804020204"/>
              </a:rPr>
              <a:t>'light'</a:t>
            </a:r>
            <a:r>
              <a:rPr sz="1400" b="0">
                <a:solidFill>
                  <a:srgbClr val="000000"/>
                </a:solidFill>
                <a:latin typeface="Menlo" panose="020B0609030804020204"/>
                <a:ea typeface="Menlo" panose="020B0609030804020204"/>
              </a:rPr>
              <a:t>).</a:t>
            </a:r>
            <a:r>
              <a:rPr sz="1400" b="0">
                <a:solidFill>
                  <a:srgbClr val="001080"/>
                </a:solidFill>
                <a:latin typeface="Menlo" panose="020B0609030804020204"/>
                <a:ea typeface="Menlo" panose="020B0609030804020204"/>
              </a:rPr>
              <a:t>style</a:t>
            </a:r>
            <a:r>
              <a:rPr sz="1400" b="0">
                <a:solidFill>
                  <a:srgbClr val="000000"/>
                </a:solidFill>
                <a:latin typeface="Menlo" panose="020B0609030804020204"/>
                <a:ea typeface="Menlo" panose="020B0609030804020204"/>
              </a:rPr>
              <a:t>.</a:t>
            </a:r>
            <a:r>
              <a:rPr sz="1400" b="0">
                <a:solidFill>
                  <a:srgbClr val="001080"/>
                </a:solidFill>
                <a:latin typeface="Menlo" panose="020B0609030804020204"/>
                <a:ea typeface="Menlo" panose="020B0609030804020204"/>
              </a:rPr>
              <a:t>boxShadow</a:t>
            </a:r>
            <a:r>
              <a:rPr sz="1400" b="0">
                <a:solidFill>
                  <a:srgbClr val="000000"/>
                </a:solidFill>
                <a:latin typeface="Menlo" panose="020B0609030804020204"/>
                <a:ea typeface="Menlo" panose="020B0609030804020204"/>
              </a:rPr>
              <a:t> = </a:t>
            </a:r>
            <a:r>
              <a:rPr sz="1400" b="0">
                <a:solidFill>
                  <a:srgbClr val="A31515"/>
                </a:solidFill>
                <a:latin typeface="Menlo" panose="020B0609030804020204"/>
                <a:ea typeface="Menlo" panose="020B0609030804020204"/>
              </a:rPr>
              <a:t>"0px 0px 50px yellow"</a:t>
            </a:r>
            <a:r>
              <a:rPr sz="1400" b="0">
                <a:solidFill>
                  <a:srgbClr val="000000"/>
                </a:solidFill>
                <a:latin typeface="Menlo" panose="020B0609030804020204"/>
                <a:ea typeface="Menlo" panose="020B0609030804020204"/>
              </a:rPr>
              <a:t>;</a:t>
            </a:r>
            <a:endParaRPr sz="1400" b="0">
              <a:solidFill>
                <a:srgbClr val="000000"/>
              </a:solidFill>
              <a:latin typeface="Menlo" panose="020B0609030804020204"/>
              <a:ea typeface="Menlo" panose="020B0609030804020204"/>
            </a:endParaRPr>
          </a:p>
          <a:p>
            <a:pPr lvl="1">
              <a:lnSpc>
                <a:spcPts val="1800"/>
              </a:lnSpc>
            </a:pPr>
            <a:r>
              <a:rPr sz="1400" b="0">
                <a:solidFill>
                  <a:srgbClr val="000000"/>
                </a:solidFill>
                <a:latin typeface="Menlo" panose="020B0609030804020204"/>
                <a:ea typeface="Menlo" panose="020B0609030804020204"/>
              </a:rPr>
              <a:t> }</a:t>
            </a:r>
            <a:endParaRPr sz="1400" b="0">
              <a:solidFill>
                <a:srgbClr val="000000"/>
              </a:solidFill>
              <a:latin typeface="Menlo" panose="020B0609030804020204"/>
              <a:ea typeface="Menlo" panose="020B0609030804020204"/>
            </a:endParaRPr>
          </a:p>
          <a:p>
            <a:pPr lvl="1">
              <a:lnSpc>
                <a:spcPts val="1800"/>
              </a:lnSpc>
            </a:pPr>
            <a:r>
              <a:rPr sz="1400" b="0">
                <a:solidFill>
                  <a:srgbClr val="0000FF"/>
                </a:solidFill>
                <a:latin typeface="Menlo" panose="020B0609030804020204"/>
                <a:ea typeface="Menlo" panose="020B0609030804020204"/>
              </a:rPr>
              <a:t>function</a:t>
            </a:r>
            <a:r>
              <a:rPr lang="en-US" sz="1400" b="0">
                <a:solidFill>
                  <a:srgbClr val="0000FF"/>
                </a:solidFill>
                <a:latin typeface="Menlo" panose="020B0609030804020204"/>
                <a:ea typeface="Menlo" panose="020B0609030804020204"/>
              </a:rPr>
              <a:t> </a:t>
            </a:r>
            <a:r>
              <a:rPr sz="1400" b="0">
                <a:solidFill>
                  <a:srgbClr val="795E26"/>
                </a:solidFill>
                <a:latin typeface="Menlo" panose="020B0609030804020204"/>
                <a:ea typeface="Menlo" panose="020B0609030804020204"/>
              </a:rPr>
              <a:t>turnOff</a:t>
            </a:r>
            <a:r>
              <a:rPr sz="1400" b="0">
                <a:solidFill>
                  <a:srgbClr val="000000"/>
                </a:solidFill>
                <a:latin typeface="Menlo" panose="020B0609030804020204"/>
                <a:ea typeface="Menlo" panose="020B0609030804020204"/>
              </a:rPr>
              <a:t>() {</a:t>
            </a:r>
            <a:endParaRPr sz="1400" b="0">
              <a:solidFill>
                <a:srgbClr val="000000"/>
              </a:solidFill>
              <a:latin typeface="Menlo" panose="020B0609030804020204"/>
              <a:ea typeface="Menlo" panose="020B0609030804020204"/>
            </a:endParaRPr>
          </a:p>
          <a:p>
            <a:pPr lvl="2">
              <a:lnSpc>
                <a:spcPts val="1800"/>
              </a:lnSpc>
            </a:pPr>
            <a:r>
              <a:rPr sz="1400" b="0">
                <a:solidFill>
                  <a:srgbClr val="001080"/>
                </a:solidFill>
                <a:latin typeface="Menlo" panose="020B0609030804020204"/>
                <a:ea typeface="Menlo" panose="020B0609030804020204"/>
              </a:rPr>
              <a:t>document</a:t>
            </a:r>
            <a:r>
              <a:rPr sz="1400" b="0">
                <a:solidFill>
                  <a:srgbClr val="000000"/>
                </a:solidFill>
                <a:latin typeface="Menlo" panose="020B0609030804020204"/>
                <a:ea typeface="Menlo" panose="020B0609030804020204"/>
              </a:rPr>
              <a:t>.</a:t>
            </a:r>
            <a:r>
              <a:rPr sz="1400" b="0">
                <a:solidFill>
                  <a:srgbClr val="795E26"/>
                </a:solidFill>
                <a:latin typeface="Menlo" panose="020B0609030804020204"/>
                <a:ea typeface="Menlo" panose="020B0609030804020204"/>
              </a:rPr>
              <a:t>getElementById</a:t>
            </a:r>
            <a:r>
              <a:rPr sz="1400" b="0">
                <a:solidFill>
                  <a:srgbClr val="000000"/>
                </a:solidFill>
                <a:latin typeface="Menlo" panose="020B0609030804020204"/>
                <a:ea typeface="Menlo" panose="020B0609030804020204"/>
              </a:rPr>
              <a:t>(</a:t>
            </a:r>
            <a:r>
              <a:rPr sz="1400" b="0">
                <a:solidFill>
                  <a:srgbClr val="A31515"/>
                </a:solidFill>
                <a:latin typeface="Menlo" panose="020B0609030804020204"/>
                <a:ea typeface="Menlo" panose="020B0609030804020204"/>
              </a:rPr>
              <a:t>'light'</a:t>
            </a:r>
            <a:r>
              <a:rPr sz="1400" b="0">
                <a:solidFill>
                  <a:srgbClr val="000000"/>
                </a:solidFill>
                <a:latin typeface="Menlo" panose="020B0609030804020204"/>
                <a:ea typeface="Menlo" panose="020B0609030804020204"/>
              </a:rPr>
              <a:t>).</a:t>
            </a:r>
            <a:r>
              <a:rPr sz="1400" b="0">
                <a:solidFill>
                  <a:srgbClr val="001080"/>
                </a:solidFill>
                <a:latin typeface="Menlo" panose="020B0609030804020204"/>
                <a:ea typeface="Menlo" panose="020B0609030804020204"/>
              </a:rPr>
              <a:t>style</a:t>
            </a:r>
            <a:r>
              <a:rPr sz="1400" b="0">
                <a:solidFill>
                  <a:srgbClr val="000000"/>
                </a:solidFill>
                <a:latin typeface="Menlo" panose="020B0609030804020204"/>
                <a:ea typeface="Menlo" panose="020B0609030804020204"/>
              </a:rPr>
              <a:t>.</a:t>
            </a:r>
            <a:r>
              <a:rPr sz="1400" b="0">
                <a:solidFill>
                  <a:srgbClr val="001080"/>
                </a:solidFill>
                <a:latin typeface="Menlo" panose="020B0609030804020204"/>
                <a:ea typeface="Menlo" panose="020B0609030804020204"/>
              </a:rPr>
              <a:t>backgroundColor</a:t>
            </a:r>
            <a:r>
              <a:rPr sz="1400" b="0">
                <a:solidFill>
                  <a:srgbClr val="000000"/>
                </a:solidFill>
                <a:latin typeface="Menlo" panose="020B0609030804020204"/>
                <a:ea typeface="Menlo" panose="020B0609030804020204"/>
              </a:rPr>
              <a:t> = </a:t>
            </a:r>
            <a:r>
              <a:rPr sz="1400" b="0">
                <a:solidFill>
                  <a:srgbClr val="A31515"/>
                </a:solidFill>
                <a:latin typeface="Menlo" panose="020B0609030804020204"/>
                <a:ea typeface="Menlo" panose="020B0609030804020204"/>
              </a:rPr>
              <a:t>'black'</a:t>
            </a:r>
            <a:r>
              <a:rPr sz="1400" b="0">
                <a:solidFill>
                  <a:srgbClr val="000000"/>
                </a:solidFill>
                <a:latin typeface="Menlo" panose="020B0609030804020204"/>
                <a:ea typeface="Menlo" panose="020B0609030804020204"/>
              </a:rPr>
              <a:t>;</a:t>
            </a:r>
            <a:endParaRPr sz="1400" b="0">
              <a:solidFill>
                <a:srgbClr val="000000"/>
              </a:solidFill>
              <a:latin typeface="Menlo" panose="020B0609030804020204"/>
              <a:ea typeface="Menlo" panose="020B0609030804020204"/>
            </a:endParaRPr>
          </a:p>
          <a:p>
            <a:pPr lvl="2">
              <a:lnSpc>
                <a:spcPts val="1800"/>
              </a:lnSpc>
            </a:pPr>
            <a:r>
              <a:rPr sz="1400" b="0">
                <a:solidFill>
                  <a:srgbClr val="001080"/>
                </a:solidFill>
                <a:latin typeface="Menlo" panose="020B0609030804020204"/>
                <a:ea typeface="Menlo" panose="020B0609030804020204"/>
              </a:rPr>
              <a:t>document</a:t>
            </a:r>
            <a:r>
              <a:rPr sz="1400" b="0">
                <a:solidFill>
                  <a:srgbClr val="000000"/>
                </a:solidFill>
                <a:latin typeface="Menlo" panose="020B0609030804020204"/>
                <a:ea typeface="Menlo" panose="020B0609030804020204"/>
              </a:rPr>
              <a:t>.</a:t>
            </a:r>
            <a:r>
              <a:rPr sz="1400" b="0">
                <a:solidFill>
                  <a:srgbClr val="795E26"/>
                </a:solidFill>
                <a:latin typeface="Menlo" panose="020B0609030804020204"/>
                <a:ea typeface="Menlo" panose="020B0609030804020204"/>
              </a:rPr>
              <a:t>getElementById</a:t>
            </a:r>
            <a:r>
              <a:rPr sz="1400" b="0">
                <a:solidFill>
                  <a:srgbClr val="000000"/>
                </a:solidFill>
                <a:latin typeface="Menlo" panose="020B0609030804020204"/>
                <a:ea typeface="Menlo" panose="020B0609030804020204"/>
              </a:rPr>
              <a:t>(</a:t>
            </a:r>
            <a:r>
              <a:rPr sz="1400" b="0">
                <a:solidFill>
                  <a:srgbClr val="A31515"/>
                </a:solidFill>
                <a:latin typeface="Menlo" panose="020B0609030804020204"/>
                <a:ea typeface="Menlo" panose="020B0609030804020204"/>
              </a:rPr>
              <a:t>'light'</a:t>
            </a:r>
            <a:r>
              <a:rPr sz="1400" b="0">
                <a:solidFill>
                  <a:srgbClr val="000000"/>
                </a:solidFill>
                <a:latin typeface="Menlo" panose="020B0609030804020204"/>
                <a:ea typeface="Menlo" panose="020B0609030804020204"/>
              </a:rPr>
              <a:t>).</a:t>
            </a:r>
            <a:r>
              <a:rPr sz="1400" b="0">
                <a:solidFill>
                  <a:srgbClr val="001080"/>
                </a:solidFill>
                <a:latin typeface="Menlo" panose="020B0609030804020204"/>
                <a:ea typeface="Menlo" panose="020B0609030804020204"/>
              </a:rPr>
              <a:t>style</a:t>
            </a:r>
            <a:r>
              <a:rPr sz="1400" b="0">
                <a:solidFill>
                  <a:srgbClr val="000000"/>
                </a:solidFill>
                <a:latin typeface="Menlo" panose="020B0609030804020204"/>
                <a:ea typeface="Menlo" panose="020B0609030804020204"/>
              </a:rPr>
              <a:t>.</a:t>
            </a:r>
            <a:r>
              <a:rPr sz="1400" b="0">
                <a:solidFill>
                  <a:srgbClr val="001080"/>
                </a:solidFill>
                <a:latin typeface="Menlo" panose="020B0609030804020204"/>
                <a:ea typeface="Menlo" panose="020B0609030804020204"/>
              </a:rPr>
              <a:t>boxShadow</a:t>
            </a:r>
            <a:r>
              <a:rPr sz="1400" b="0">
                <a:solidFill>
                  <a:srgbClr val="000000"/>
                </a:solidFill>
                <a:latin typeface="Menlo" panose="020B0609030804020204"/>
                <a:ea typeface="Menlo" panose="020B0609030804020204"/>
              </a:rPr>
              <a:t> = </a:t>
            </a:r>
            <a:r>
              <a:rPr sz="1400" b="0">
                <a:solidFill>
                  <a:srgbClr val="A31515"/>
                </a:solidFill>
                <a:latin typeface="Menlo" panose="020B0609030804020204"/>
                <a:ea typeface="Menlo" panose="020B0609030804020204"/>
              </a:rPr>
              <a:t>"none"</a:t>
            </a:r>
            <a:r>
              <a:rPr sz="1400" b="0">
                <a:solidFill>
                  <a:srgbClr val="000000"/>
                </a:solidFill>
                <a:latin typeface="Menlo" panose="020B0609030804020204"/>
                <a:ea typeface="Menlo" panose="020B0609030804020204"/>
              </a:rPr>
              <a:t>;</a:t>
            </a:r>
            <a:endParaRPr sz="1400" b="0">
              <a:solidFill>
                <a:srgbClr val="000000"/>
              </a:solidFill>
              <a:latin typeface="Menlo" panose="020B0609030804020204"/>
              <a:ea typeface="Menlo" panose="020B0609030804020204"/>
            </a:endParaRPr>
          </a:p>
          <a:p>
            <a:pPr lvl="1">
              <a:lnSpc>
                <a:spcPts val="1800"/>
              </a:lnSpc>
            </a:pPr>
            <a:r>
              <a:rPr sz="1400" b="0">
                <a:solidFill>
                  <a:srgbClr val="000000"/>
                </a:solidFill>
                <a:latin typeface="Menlo" panose="020B0609030804020204"/>
                <a:ea typeface="Menlo" panose="020B0609030804020204"/>
              </a:rPr>
              <a:t>}</a:t>
            </a:r>
            <a:endParaRPr sz="1400" b="0">
              <a:solidFill>
                <a:srgbClr val="000000"/>
              </a:solidFill>
              <a:latin typeface="Menlo" panose="020B0609030804020204"/>
              <a:ea typeface="Menlo" panose="020B0609030804020204"/>
            </a:endParaRPr>
          </a:p>
          <a:p>
            <a:pPr>
              <a:lnSpc>
                <a:spcPts val="1800"/>
              </a:lnSpc>
            </a:pPr>
            <a:r>
              <a:rPr sz="1400" b="0">
                <a:solidFill>
                  <a:srgbClr val="800000"/>
                </a:solidFill>
                <a:latin typeface="Menlo" panose="020B0609030804020204"/>
                <a:ea typeface="Menlo" panose="020B0609030804020204"/>
              </a:rPr>
              <a:t>&lt;/script&gt;</a:t>
            </a:r>
            <a:endParaRPr sz="1400" b="0">
              <a:solidFill>
                <a:srgbClr val="800000"/>
              </a:solidFill>
              <a:latin typeface="Menlo" panose="020B0609030804020204"/>
              <a:ea typeface="Menlo" panose="020B0609030804020204"/>
            </a:endParaRPr>
          </a:p>
          <a:p>
            <a:pPr>
              <a:lnSpc>
                <a:spcPts val="1800"/>
              </a:lnSpc>
            </a:pPr>
            <a:r>
              <a:rPr sz="1400" b="0">
                <a:solidFill>
                  <a:srgbClr val="800000"/>
                </a:solidFill>
                <a:latin typeface="Menlo" panose="020B0609030804020204"/>
                <a:ea typeface="Menlo" panose="020B0609030804020204"/>
              </a:rPr>
              <a:t>&lt;/body&gt;</a:t>
            </a:r>
            <a:endParaRPr sz="1400" b="0">
              <a:solidFill>
                <a:srgbClr val="800000"/>
              </a:solidFill>
              <a:latin typeface="Menlo" panose="020B0609030804020204"/>
              <a:ea typeface="Menlo" panose="020B0609030804020204"/>
            </a:endParaRPr>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864870" y="1570990"/>
            <a:ext cx="4853940" cy="1753235"/>
          </a:xfrm>
          <a:prstGeom prst="rect">
            <a:avLst/>
          </a:prstGeom>
          <a:noFill/>
        </p:spPr>
        <p:txBody>
          <a:bodyPr wrap="square" rtlCol="0">
            <a:spAutoFit/>
          </a:bodyPr>
          <a:p>
            <a:r>
              <a:rPr lang="ru-RU" altLang="en-US"/>
              <a:t>Р</a:t>
            </a:r>
            <a:r>
              <a:rPr lang="en-US"/>
              <a:t>ассмотрим основные методы работы с Core DOM (Document Object Model) для создания доски объявлений, которая позволяет динамически добавлять, удалять и заменять элементы на веб-странице.</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946785" y="1081405"/>
            <a:ext cx="4810760" cy="2584450"/>
          </a:xfrm>
          <a:prstGeom prst="rect">
            <a:avLst/>
          </a:prstGeom>
          <a:noFill/>
        </p:spPr>
        <p:txBody>
          <a:bodyPr wrap="square" rtlCol="0">
            <a:spAutoFit/>
          </a:bodyPr>
          <a:p>
            <a:r>
              <a:rPr lang="en-US"/>
              <a:t>В DOM существует несколько способов получения элементов страницы. Самые распространенные методы — это </a:t>
            </a:r>
            <a:endParaRPr lang="en-US"/>
          </a:p>
          <a:p>
            <a:endParaRPr lang="en-US"/>
          </a:p>
          <a:p>
            <a:pPr marL="285750" indent="-285750">
              <a:buFont typeface="Arial" panose="020B0704020202020204" pitchFamily="34" charset="0"/>
              <a:buChar char="•"/>
            </a:pPr>
            <a:r>
              <a:rPr lang="en-US"/>
              <a:t>getElementById(), </a:t>
            </a:r>
            <a:endParaRPr lang="en-US"/>
          </a:p>
          <a:p>
            <a:pPr marL="285750" indent="-285750">
              <a:buFont typeface="Arial" panose="020B0704020202020204" pitchFamily="34" charset="0"/>
              <a:buChar char="•"/>
            </a:pPr>
            <a:r>
              <a:rPr lang="en-US"/>
              <a:t>getElementsByClassName(), </a:t>
            </a:r>
            <a:endParaRPr lang="en-US"/>
          </a:p>
          <a:p>
            <a:pPr marL="285750" indent="-285750">
              <a:buFont typeface="Arial" panose="020B0704020202020204" pitchFamily="34" charset="0"/>
              <a:buChar char="•"/>
            </a:pPr>
            <a:r>
              <a:rPr lang="en-US"/>
              <a:t>getElementsByTagName(), </a:t>
            </a:r>
            <a:endParaRPr lang="en-US"/>
          </a:p>
          <a:p>
            <a:pPr marL="285750" indent="-285750">
              <a:buFont typeface="Arial" panose="020B0704020202020204" pitchFamily="34" charset="0"/>
              <a:buChar char="•"/>
            </a:pPr>
            <a:r>
              <a:rPr lang="en-US"/>
              <a:t>а также более современные методы querySelector() и querySelectorAll().</a:t>
            </a:r>
            <a:endParaRPr lang="en-US"/>
          </a:p>
        </p:txBody>
      </p:sp>
      <p:sp>
        <p:nvSpPr>
          <p:cNvPr id="5" name="Text Box 4"/>
          <p:cNvSpPr txBox="1"/>
          <p:nvPr/>
        </p:nvSpPr>
        <p:spPr>
          <a:xfrm>
            <a:off x="6273800" y="1081405"/>
            <a:ext cx="4810760" cy="2306955"/>
          </a:xfrm>
          <a:prstGeom prst="rect">
            <a:avLst/>
          </a:prstGeom>
          <a:noFill/>
        </p:spPr>
        <p:txBody>
          <a:bodyPr wrap="square" rtlCol="0">
            <a:spAutoFit/>
          </a:bodyPr>
          <a:p>
            <a:r>
              <a:rPr lang="en-US"/>
              <a:t>在 DOM 中，有几种常用的方法可以获取页面元素。最常用的方法包括 </a:t>
            </a:r>
            <a:endParaRPr lang="en-US"/>
          </a:p>
          <a:p>
            <a:endParaRPr lang="en-US"/>
          </a:p>
          <a:p>
            <a:pPr marL="285750" indent="-285750">
              <a:buFont typeface="Arial" panose="020B0704020202020204" pitchFamily="34" charset="0"/>
              <a:buChar char="•"/>
            </a:pPr>
            <a:r>
              <a:rPr lang="en-US"/>
              <a:t>getElementById()、</a:t>
            </a:r>
            <a:endParaRPr lang="en-US"/>
          </a:p>
          <a:p>
            <a:pPr marL="285750" indent="-285750">
              <a:buFont typeface="Arial" panose="020B0704020202020204" pitchFamily="34" charset="0"/>
              <a:buChar char="•"/>
            </a:pPr>
            <a:r>
              <a:rPr lang="en-US"/>
              <a:t>getElementsByClassName()、</a:t>
            </a:r>
            <a:endParaRPr lang="en-US"/>
          </a:p>
          <a:p>
            <a:pPr marL="285750" indent="-285750">
              <a:buFont typeface="Arial" panose="020B0704020202020204" pitchFamily="34" charset="0"/>
              <a:buChar char="•"/>
            </a:pPr>
            <a:r>
              <a:rPr lang="en-US"/>
              <a:t>getElementsByTagName()，</a:t>
            </a:r>
            <a:endParaRPr lang="en-US"/>
          </a:p>
          <a:p>
            <a:pPr marL="285750" indent="-285750">
              <a:buFont typeface="Arial" panose="020B0704020202020204" pitchFamily="34" charset="0"/>
              <a:buChar char="•"/>
            </a:pPr>
            <a:r>
              <a:rPr lang="en-US"/>
              <a:t>以及更现代的 querySelector() 和 querySelectorAll()。</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92810" y="1490980"/>
            <a:ext cx="4618355" cy="1753235"/>
          </a:xfrm>
          <a:prstGeom prst="rect">
            <a:avLst/>
          </a:prstGeom>
          <a:noFill/>
        </p:spPr>
        <p:txBody>
          <a:bodyPr wrap="square" rtlCol="0">
            <a:spAutoFit/>
          </a:bodyPr>
          <a:p>
            <a:r>
              <a:rPr lang="en-US"/>
              <a:t>Для создания новых элементов в DOM используется метод createElement(). После того как элемент создан, его можно добавить на страницу с помощью метода appendChild() или insertBefore().</a:t>
            </a:r>
            <a:endParaRPr lang="en-US"/>
          </a:p>
        </p:txBody>
      </p:sp>
      <p:sp>
        <p:nvSpPr>
          <p:cNvPr id="3" name="Text Box 2"/>
          <p:cNvSpPr txBox="1"/>
          <p:nvPr/>
        </p:nvSpPr>
        <p:spPr>
          <a:xfrm>
            <a:off x="5923915" y="1490980"/>
            <a:ext cx="4618355" cy="1938020"/>
          </a:xfrm>
          <a:prstGeom prst="rect">
            <a:avLst/>
          </a:prstGeom>
          <a:noFill/>
        </p:spPr>
        <p:txBody>
          <a:bodyPr wrap="square" rtlCol="0">
            <a:spAutoFit/>
          </a:bodyPr>
          <a:p>
            <a:r>
              <a:rPr lang="en-US" sz="2400"/>
              <a:t>在 DOM 中，使用 createElement() 方法创建新元素。创建后，可以使用 appendChild() 或 insertBefore() 方法将元素添加到页面中。</a:t>
            </a:r>
            <a:endParaRPr lang="en-US" sz="2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423035" y="2349500"/>
            <a:ext cx="9135110" cy="2399665"/>
          </a:xfrm>
          <a:prstGeom prst="rect">
            <a:avLst/>
          </a:prstGeom>
        </p:spPr>
        <p:txBody>
          <a:bodyPr wrap="square">
            <a:spAutoFit/>
          </a:bodyPr>
          <a:p>
            <a:pPr marL="0" indent="0" algn="l" defTabSz="266700">
              <a:lnSpc>
                <a:spcPts val="1800"/>
              </a:lnSpc>
              <a:spcAft>
                <a:spcPct val="0"/>
              </a:spcAft>
            </a:pPr>
            <a:r>
              <a:rPr sz="1600" b="0">
                <a:solidFill>
                  <a:srgbClr val="800000"/>
                </a:solidFill>
                <a:latin typeface="Menlo" panose="020B0609030804020204"/>
                <a:ea typeface="Menlo" panose="020B0609030804020204"/>
              </a:rPr>
              <a:t>&lt;body&gt;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008000"/>
                </a:solidFill>
                <a:latin typeface="Menlo" panose="020B0609030804020204"/>
                <a:ea typeface="Menlo" panose="020B0609030804020204"/>
              </a:rPr>
              <a:t>// Создание нового элемента</a:t>
            </a:r>
            <a:endParaRPr sz="1600" b="0">
              <a:solidFill>
                <a:srgbClr val="008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0000FF"/>
                </a:solidFill>
                <a:latin typeface="Menlo" panose="020B0609030804020204"/>
                <a:ea typeface="Menlo" panose="020B0609030804020204"/>
              </a:rPr>
              <a:t>let</a:t>
            </a:r>
            <a:r>
              <a:rPr sz="1600" b="0">
                <a:solidFill>
                  <a:srgbClr val="000000"/>
                </a:solidFill>
                <a:latin typeface="Menlo" panose="020B0609030804020204"/>
                <a:ea typeface="Menlo" panose="020B0609030804020204"/>
              </a:rPr>
              <a:t> </a:t>
            </a:r>
            <a:r>
              <a:rPr sz="1600" b="0">
                <a:solidFill>
                  <a:srgbClr val="001080"/>
                </a:solidFill>
                <a:latin typeface="Menlo" panose="020B0609030804020204"/>
                <a:ea typeface="Menlo" panose="020B0609030804020204"/>
              </a:rPr>
              <a:t>newDiv</a:t>
            </a:r>
            <a:r>
              <a:rPr sz="1600" b="0">
                <a:solidFill>
                  <a:srgbClr val="000000"/>
                </a:solidFill>
                <a:latin typeface="Menlo" panose="020B0609030804020204"/>
                <a:ea typeface="Menlo" panose="020B0609030804020204"/>
              </a:rPr>
              <a:t> = </a:t>
            </a:r>
            <a:r>
              <a:rPr sz="1600" b="0">
                <a:solidFill>
                  <a:srgbClr val="001080"/>
                </a:solidFill>
                <a:latin typeface="Menlo" panose="020B0609030804020204"/>
                <a:ea typeface="Menlo" panose="020B0609030804020204"/>
              </a:rPr>
              <a:t>document</a:t>
            </a:r>
            <a:r>
              <a:rPr sz="1600" b="0">
                <a:solidFill>
                  <a:srgbClr val="000000"/>
                </a:solidFill>
                <a:latin typeface="Menlo" panose="020B0609030804020204"/>
                <a:ea typeface="Menlo" panose="020B0609030804020204"/>
              </a:rPr>
              <a:t>.</a:t>
            </a:r>
            <a:r>
              <a:rPr sz="1600" b="0">
                <a:solidFill>
                  <a:srgbClr val="795E26"/>
                </a:solidFill>
                <a:latin typeface="Menlo" panose="020B0609030804020204"/>
                <a:ea typeface="Menlo" panose="020B0609030804020204"/>
              </a:rPr>
              <a:t>createElement</a:t>
            </a:r>
            <a:r>
              <a:rPr sz="1600" b="0">
                <a:solidFill>
                  <a:srgbClr val="000000"/>
                </a:solidFill>
                <a:latin typeface="Menlo" panose="020B0609030804020204"/>
                <a:ea typeface="Menlo" panose="020B0609030804020204"/>
              </a:rPr>
              <a:t>(</a:t>
            </a:r>
            <a:r>
              <a:rPr sz="1600" b="0">
                <a:solidFill>
                  <a:srgbClr val="A31515"/>
                </a:solidFill>
                <a:latin typeface="Menlo" panose="020B0609030804020204"/>
                <a:ea typeface="Menlo" panose="020B0609030804020204"/>
              </a:rPr>
              <a:t>"div"</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001080"/>
                </a:solidFill>
                <a:latin typeface="Menlo" panose="020B0609030804020204"/>
                <a:ea typeface="Menlo" panose="020B0609030804020204"/>
              </a:rPr>
              <a:t>newDiv</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textContent</a:t>
            </a:r>
            <a:r>
              <a:rPr sz="1600" b="0">
                <a:solidFill>
                  <a:srgbClr val="000000"/>
                </a:solidFill>
                <a:latin typeface="Menlo" panose="020B0609030804020204"/>
                <a:ea typeface="Menlo" panose="020B0609030804020204"/>
              </a:rPr>
              <a:t> = </a:t>
            </a:r>
            <a:r>
              <a:rPr sz="1600" b="0">
                <a:solidFill>
                  <a:srgbClr val="A31515"/>
                </a:solidFill>
                <a:latin typeface="Menlo" panose="020B0609030804020204"/>
                <a:ea typeface="Menlo" panose="020B0609030804020204"/>
              </a:rPr>
              <a:t>"Это новое сообщение на доске объявлений."</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3B3B3B"/>
                </a:solidFill>
                <a:latin typeface="Menlo" panose="020B0609030804020204"/>
                <a:ea typeface="Menlo" panose="020B0609030804020204"/>
              </a:rPr>
              <a:t> </a:t>
            </a:r>
            <a:endParaRPr sz="1600" b="0">
              <a:solidFill>
                <a:srgbClr val="3B3B3B"/>
              </a:solidFill>
              <a:latin typeface="Menlo" panose="020B0609030804020204"/>
              <a:ea typeface="Menlo" panose="020B0609030804020204"/>
            </a:endParaRPr>
          </a:p>
          <a:p>
            <a:pPr marL="457200" lvl="1" indent="0" algn="l" defTabSz="266700">
              <a:lnSpc>
                <a:spcPts val="1800"/>
              </a:lnSpc>
              <a:spcAft>
                <a:spcPct val="0"/>
              </a:spcAft>
            </a:pPr>
            <a:r>
              <a:rPr sz="1600" b="0">
                <a:solidFill>
                  <a:srgbClr val="008000"/>
                </a:solidFill>
                <a:latin typeface="Menlo" panose="020B0609030804020204"/>
                <a:ea typeface="Menlo" panose="020B0609030804020204"/>
              </a:rPr>
              <a:t>// Добавление его на страницу</a:t>
            </a:r>
            <a:endParaRPr sz="1600" b="0">
              <a:solidFill>
                <a:srgbClr val="008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001080"/>
                </a:solidFill>
                <a:latin typeface="Menlo" panose="020B0609030804020204"/>
                <a:ea typeface="Menlo" panose="020B0609030804020204"/>
              </a:rPr>
              <a:t>document</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body</a:t>
            </a:r>
            <a:r>
              <a:rPr sz="1600" b="0">
                <a:solidFill>
                  <a:srgbClr val="000000"/>
                </a:solidFill>
                <a:latin typeface="Menlo" panose="020B0609030804020204"/>
                <a:ea typeface="Menlo" panose="020B0609030804020204"/>
              </a:rPr>
              <a:t>.</a:t>
            </a:r>
            <a:r>
              <a:rPr sz="1600" b="0">
                <a:solidFill>
                  <a:srgbClr val="795E26"/>
                </a:solidFill>
                <a:latin typeface="Menlo" panose="020B0609030804020204"/>
                <a:ea typeface="Menlo" panose="020B0609030804020204"/>
              </a:rPr>
              <a:t>appendChild</a:t>
            </a:r>
            <a:r>
              <a:rPr sz="1600" b="0">
                <a:solidFill>
                  <a:srgbClr val="000000"/>
                </a:solidFill>
                <a:latin typeface="Menlo" panose="020B0609030804020204"/>
                <a:ea typeface="Menlo" panose="020B0609030804020204"/>
              </a:rPr>
              <a:t>(</a:t>
            </a:r>
            <a:r>
              <a:rPr sz="1600" b="0">
                <a:solidFill>
                  <a:srgbClr val="001080"/>
                </a:solidFill>
                <a:latin typeface="Menlo" panose="020B0609030804020204"/>
                <a:ea typeface="Menlo" panose="020B0609030804020204"/>
              </a:rPr>
              <a:t>newDiv</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&lt;/body&gt;</a:t>
            </a:r>
            <a:endParaRPr sz="1600" b="0">
              <a:solidFill>
                <a:srgbClr val="800000"/>
              </a:solidFill>
              <a:latin typeface="Menlo" panose="020B0609030804020204"/>
              <a:ea typeface="Menlo" panose="020B0609030804020204"/>
            </a:endParaRPr>
          </a:p>
        </p:txBody>
      </p:sp>
      <p:sp>
        <p:nvSpPr>
          <p:cNvPr id="3" name="Text Box 2"/>
          <p:cNvSpPr txBox="1"/>
          <p:nvPr/>
        </p:nvSpPr>
        <p:spPr>
          <a:xfrm>
            <a:off x="967105" y="713740"/>
            <a:ext cx="4511675" cy="922020"/>
          </a:xfrm>
          <a:prstGeom prst="rect">
            <a:avLst/>
          </a:prstGeom>
          <a:noFill/>
        </p:spPr>
        <p:txBody>
          <a:bodyPr wrap="square" rtlCol="0">
            <a:spAutoFit/>
          </a:bodyPr>
          <a:p>
            <a:r>
              <a:rPr lang="en-US"/>
              <a:t>В этом примере мы создаем новый &lt;div&gt; элемент и добавляем его в конец &lt;body&gt;.</a:t>
            </a:r>
            <a:endParaRPr lang="en-US"/>
          </a:p>
        </p:txBody>
      </p:sp>
      <p:sp>
        <p:nvSpPr>
          <p:cNvPr id="4" name="Text Box 3"/>
          <p:cNvSpPr txBox="1"/>
          <p:nvPr/>
        </p:nvSpPr>
        <p:spPr>
          <a:xfrm>
            <a:off x="5885815" y="713740"/>
            <a:ext cx="4511675" cy="922020"/>
          </a:xfrm>
          <a:prstGeom prst="rect">
            <a:avLst/>
          </a:prstGeom>
          <a:noFill/>
        </p:spPr>
        <p:txBody>
          <a:bodyPr wrap="square" rtlCol="0">
            <a:spAutoFit/>
          </a:bodyPr>
          <a:p>
            <a:r>
              <a:rPr lang="en-US"/>
              <a:t>在这个示例中，我们创建了一个新的 &lt;div&gt; 元素，并将其添加到 &lt;body&gt; 元素的末尾。</a:t>
            </a:r>
            <a:endParaRPr lang="en-US"/>
          </a:p>
          <a:p>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24230" y="1257935"/>
            <a:ext cx="4758055" cy="1322070"/>
          </a:xfrm>
          <a:prstGeom prst="rect">
            <a:avLst/>
          </a:prstGeom>
          <a:noFill/>
        </p:spPr>
        <p:txBody>
          <a:bodyPr wrap="square" rtlCol="0">
            <a:spAutoFit/>
          </a:bodyPr>
          <a:p>
            <a:r>
              <a:rPr lang="en-US" sz="2000"/>
              <a:t>Чтобы удалить узел, можно использовать метод removeChild(), а для замены одного узла другим используется метод replaceChild().</a:t>
            </a:r>
            <a:endParaRPr lang="en-US" sz="2000"/>
          </a:p>
        </p:txBody>
      </p:sp>
      <p:sp>
        <p:nvSpPr>
          <p:cNvPr id="3" name="Text Box 2"/>
          <p:cNvSpPr txBox="1"/>
          <p:nvPr/>
        </p:nvSpPr>
        <p:spPr>
          <a:xfrm>
            <a:off x="6379845" y="1257935"/>
            <a:ext cx="4618990" cy="1568450"/>
          </a:xfrm>
          <a:prstGeom prst="rect">
            <a:avLst/>
          </a:prstGeom>
          <a:noFill/>
        </p:spPr>
        <p:txBody>
          <a:bodyPr wrap="square" rtlCol="0">
            <a:spAutoFit/>
          </a:bodyPr>
          <a:p>
            <a:r>
              <a:rPr lang="en-US" sz="2400"/>
              <a:t>要删除节点，可以使用 removeChild() 方法，要替换一个节点为另一个节点，可以使用 replaceChild() 方法。</a:t>
            </a:r>
            <a:endParaRPr lang="en-US" sz="24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72795" y="611505"/>
            <a:ext cx="4064000" cy="368300"/>
          </a:xfrm>
          <a:prstGeom prst="rect">
            <a:avLst/>
          </a:prstGeom>
          <a:noFill/>
        </p:spPr>
        <p:txBody>
          <a:bodyPr wrap="square" rtlCol="0">
            <a:spAutoFit/>
          </a:bodyPr>
          <a:p>
            <a:r>
              <a:rPr lang="ru-RU" altLang="en-US"/>
              <a:t>Удаление узла: </a:t>
            </a:r>
            <a:r>
              <a:rPr lang="en-US">
                <a:sym typeface="+mn-ea"/>
              </a:rPr>
              <a:t>removeChild</a:t>
            </a:r>
            <a:r>
              <a:rPr lang="ru-RU" altLang="en-US">
                <a:sym typeface="+mn-ea"/>
              </a:rPr>
              <a:t>()</a:t>
            </a:r>
            <a:endParaRPr lang="ru-RU" altLang="en-US">
              <a:sym typeface="+mn-ea"/>
            </a:endParaRPr>
          </a:p>
        </p:txBody>
      </p:sp>
      <p:sp>
        <p:nvSpPr>
          <p:cNvPr id="4" name="Text Box 3"/>
          <p:cNvSpPr txBox="1"/>
          <p:nvPr/>
        </p:nvSpPr>
        <p:spPr>
          <a:xfrm>
            <a:off x="772795" y="1285875"/>
            <a:ext cx="9274175" cy="4523105"/>
          </a:xfrm>
          <a:prstGeom prst="rect">
            <a:avLst/>
          </a:prstGeom>
        </p:spPr>
        <p:txBody>
          <a:bodyPr wrap="square">
            <a:spAutoFit/>
          </a:bodyPr>
          <a:p>
            <a:pPr marL="0" indent="0" algn="l" defTabSz="266700">
              <a:lnSpc>
                <a:spcPts val="1800"/>
              </a:lnSpc>
              <a:spcAft>
                <a:spcPct val="0"/>
              </a:spcAft>
            </a:pPr>
            <a:r>
              <a:rPr sz="1700" b="0">
                <a:solidFill>
                  <a:srgbClr val="800000"/>
                </a:solidFill>
                <a:latin typeface="Menlo" panose="020B0609030804020204"/>
                <a:ea typeface="Menlo" panose="020B0609030804020204"/>
              </a:rPr>
              <a:t>&lt;body&gt;</a:t>
            </a:r>
            <a:endParaRPr sz="1700" b="0">
              <a:solidFill>
                <a:srgbClr val="800000"/>
              </a:solidFill>
              <a:latin typeface="Menlo" panose="020B0609030804020204"/>
              <a:ea typeface="Menlo" panose="020B0609030804020204"/>
            </a:endParaRPr>
          </a:p>
          <a:p>
            <a:pPr marL="0" indent="0" algn="l" defTabSz="266700">
              <a:lnSpc>
                <a:spcPts val="1800"/>
              </a:lnSpc>
              <a:spcAft>
                <a:spcPct val="0"/>
              </a:spcAft>
            </a:pPr>
            <a:r>
              <a:rPr sz="1700" b="0">
                <a:solidFill>
                  <a:srgbClr val="3B3B3B"/>
                </a:solidFill>
                <a:latin typeface="Menlo" panose="020B0609030804020204"/>
                <a:ea typeface="Menlo" panose="020B0609030804020204"/>
              </a:rPr>
              <a:t> </a:t>
            </a:r>
            <a:endParaRPr sz="1700" b="0">
              <a:solidFill>
                <a:srgbClr val="3B3B3B"/>
              </a:solidFill>
              <a:latin typeface="Menlo" panose="020B0609030804020204"/>
              <a:ea typeface="Menlo" panose="020B0609030804020204"/>
            </a:endParaRPr>
          </a:p>
          <a:p>
            <a:pPr marL="0" indent="0" algn="l" defTabSz="266700">
              <a:lnSpc>
                <a:spcPts val="1800"/>
              </a:lnSpc>
              <a:spcAft>
                <a:spcPct val="0"/>
              </a:spcAft>
            </a:pPr>
            <a:r>
              <a:rPr sz="1700" b="0">
                <a:solidFill>
                  <a:srgbClr val="800000"/>
                </a:solidFill>
                <a:latin typeface="Menlo" panose="020B0609030804020204"/>
                <a:ea typeface="Menlo" panose="020B0609030804020204"/>
              </a:rPr>
              <a:t>&lt;div</a:t>
            </a:r>
            <a:r>
              <a:rPr sz="1700" b="0">
                <a:solidFill>
                  <a:srgbClr val="3B3B3B"/>
                </a:solidFill>
                <a:latin typeface="Menlo" panose="020B0609030804020204"/>
                <a:ea typeface="Menlo" panose="020B0609030804020204"/>
              </a:rPr>
              <a:t> </a:t>
            </a:r>
            <a:r>
              <a:rPr sz="1700" b="0">
                <a:solidFill>
                  <a:srgbClr val="E50000"/>
                </a:solidFill>
                <a:latin typeface="Menlo" panose="020B0609030804020204"/>
                <a:ea typeface="Menlo" panose="020B0609030804020204"/>
              </a:rPr>
              <a:t>class</a:t>
            </a:r>
            <a:r>
              <a:rPr sz="1700" b="0">
                <a:solidFill>
                  <a:srgbClr val="3B3B3B"/>
                </a:solidFill>
                <a:latin typeface="Menlo" panose="020B0609030804020204"/>
                <a:ea typeface="Menlo" panose="020B0609030804020204"/>
              </a:rPr>
              <a:t>=</a:t>
            </a:r>
            <a:r>
              <a:rPr sz="1700" b="0">
                <a:solidFill>
                  <a:srgbClr val="0000FF"/>
                </a:solidFill>
                <a:latin typeface="Menlo" panose="020B0609030804020204"/>
                <a:ea typeface="Menlo" panose="020B0609030804020204"/>
              </a:rPr>
              <a:t>"container"</a:t>
            </a:r>
            <a:r>
              <a:rPr sz="1700" b="0">
                <a:solidFill>
                  <a:srgbClr val="800000"/>
                </a:solidFill>
                <a:latin typeface="Menlo" panose="020B0609030804020204"/>
                <a:ea typeface="Menlo" panose="020B0609030804020204"/>
              </a:rPr>
              <a:t>&gt;</a:t>
            </a:r>
            <a:endParaRPr sz="1700" b="0">
              <a:solidFill>
                <a:srgbClr val="800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800000"/>
                </a:solidFill>
                <a:latin typeface="Menlo" panose="020B0609030804020204"/>
                <a:ea typeface="Menlo" panose="020B0609030804020204"/>
              </a:rPr>
              <a:t>&lt;div</a:t>
            </a:r>
            <a:r>
              <a:rPr sz="1700" b="0">
                <a:solidFill>
                  <a:srgbClr val="3B3B3B"/>
                </a:solidFill>
                <a:latin typeface="Menlo" panose="020B0609030804020204"/>
                <a:ea typeface="Menlo" panose="020B0609030804020204"/>
              </a:rPr>
              <a:t> </a:t>
            </a:r>
            <a:r>
              <a:rPr sz="1700" b="0">
                <a:solidFill>
                  <a:srgbClr val="E50000"/>
                </a:solidFill>
                <a:latin typeface="Menlo" panose="020B0609030804020204"/>
                <a:ea typeface="Menlo" panose="020B0609030804020204"/>
              </a:rPr>
              <a:t>class</a:t>
            </a:r>
            <a:r>
              <a:rPr sz="1700" b="0">
                <a:solidFill>
                  <a:srgbClr val="3B3B3B"/>
                </a:solidFill>
                <a:latin typeface="Menlo" panose="020B0609030804020204"/>
                <a:ea typeface="Menlo" panose="020B0609030804020204"/>
              </a:rPr>
              <a:t>=</a:t>
            </a:r>
            <a:r>
              <a:rPr sz="1700" b="0">
                <a:solidFill>
                  <a:srgbClr val="0000FF"/>
                </a:solidFill>
                <a:latin typeface="Menlo" panose="020B0609030804020204"/>
                <a:ea typeface="Menlo" panose="020B0609030804020204"/>
              </a:rPr>
              <a:t>"box"</a:t>
            </a:r>
            <a:r>
              <a:rPr sz="1700" b="0">
                <a:solidFill>
                  <a:srgbClr val="3B3B3B"/>
                </a:solidFill>
                <a:latin typeface="Menlo" panose="020B0609030804020204"/>
                <a:ea typeface="Menlo" panose="020B0609030804020204"/>
              </a:rPr>
              <a:t> </a:t>
            </a:r>
            <a:r>
              <a:rPr sz="1700" b="0">
                <a:solidFill>
                  <a:srgbClr val="E50000"/>
                </a:solidFill>
                <a:latin typeface="Menlo" panose="020B0609030804020204"/>
                <a:ea typeface="Menlo" panose="020B0609030804020204"/>
              </a:rPr>
              <a:t>id</a:t>
            </a:r>
            <a:r>
              <a:rPr sz="1700" b="0">
                <a:solidFill>
                  <a:srgbClr val="3B3B3B"/>
                </a:solidFill>
                <a:latin typeface="Menlo" panose="020B0609030804020204"/>
                <a:ea typeface="Menlo" panose="020B0609030804020204"/>
              </a:rPr>
              <a:t>=</a:t>
            </a:r>
            <a:r>
              <a:rPr sz="1700" b="0">
                <a:solidFill>
                  <a:srgbClr val="0000FF"/>
                </a:solidFill>
                <a:latin typeface="Menlo" panose="020B0609030804020204"/>
                <a:ea typeface="Menlo" panose="020B0609030804020204"/>
              </a:rPr>
              <a:t>"box1"</a:t>
            </a:r>
            <a:r>
              <a:rPr sz="1700" b="0">
                <a:solidFill>
                  <a:srgbClr val="800000"/>
                </a:solidFill>
                <a:latin typeface="Menlo" panose="020B0609030804020204"/>
                <a:ea typeface="Menlo" panose="020B0609030804020204"/>
              </a:rPr>
              <a:t>&gt;</a:t>
            </a:r>
            <a:r>
              <a:rPr sz="1700" b="0">
                <a:solidFill>
                  <a:srgbClr val="3B3B3B"/>
                </a:solidFill>
                <a:latin typeface="Menlo" panose="020B0609030804020204"/>
                <a:ea typeface="Menlo" panose="020B0609030804020204"/>
              </a:rPr>
              <a:t>Элемент 1</a:t>
            </a:r>
            <a:r>
              <a:rPr sz="1700" b="0">
                <a:solidFill>
                  <a:srgbClr val="800000"/>
                </a:solidFill>
                <a:latin typeface="Menlo" panose="020B0609030804020204"/>
                <a:ea typeface="Menlo" panose="020B0609030804020204"/>
              </a:rPr>
              <a:t>&lt;/div&gt;</a:t>
            </a:r>
            <a:endParaRPr sz="1700" b="0">
              <a:solidFill>
                <a:srgbClr val="800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800000"/>
                </a:solidFill>
                <a:latin typeface="Menlo" panose="020B0609030804020204"/>
                <a:ea typeface="Menlo" panose="020B0609030804020204"/>
              </a:rPr>
              <a:t>&lt;div</a:t>
            </a:r>
            <a:r>
              <a:rPr sz="1700" b="0">
                <a:solidFill>
                  <a:srgbClr val="3B3B3B"/>
                </a:solidFill>
                <a:latin typeface="Menlo" panose="020B0609030804020204"/>
                <a:ea typeface="Menlo" panose="020B0609030804020204"/>
              </a:rPr>
              <a:t> </a:t>
            </a:r>
            <a:r>
              <a:rPr sz="1700" b="0">
                <a:solidFill>
                  <a:srgbClr val="E50000"/>
                </a:solidFill>
                <a:latin typeface="Menlo" panose="020B0609030804020204"/>
                <a:ea typeface="Menlo" panose="020B0609030804020204"/>
              </a:rPr>
              <a:t>class</a:t>
            </a:r>
            <a:r>
              <a:rPr sz="1700" b="0">
                <a:solidFill>
                  <a:srgbClr val="3B3B3B"/>
                </a:solidFill>
                <a:latin typeface="Menlo" panose="020B0609030804020204"/>
                <a:ea typeface="Menlo" panose="020B0609030804020204"/>
              </a:rPr>
              <a:t>=</a:t>
            </a:r>
            <a:r>
              <a:rPr sz="1700" b="0">
                <a:solidFill>
                  <a:srgbClr val="0000FF"/>
                </a:solidFill>
                <a:latin typeface="Menlo" panose="020B0609030804020204"/>
                <a:ea typeface="Menlo" panose="020B0609030804020204"/>
              </a:rPr>
              <a:t>"box"</a:t>
            </a:r>
            <a:r>
              <a:rPr sz="1700" b="0">
                <a:solidFill>
                  <a:srgbClr val="3B3B3B"/>
                </a:solidFill>
                <a:latin typeface="Menlo" panose="020B0609030804020204"/>
                <a:ea typeface="Menlo" panose="020B0609030804020204"/>
              </a:rPr>
              <a:t> </a:t>
            </a:r>
            <a:r>
              <a:rPr sz="1700" b="0">
                <a:solidFill>
                  <a:srgbClr val="E50000"/>
                </a:solidFill>
                <a:latin typeface="Menlo" panose="020B0609030804020204"/>
                <a:ea typeface="Menlo" panose="020B0609030804020204"/>
              </a:rPr>
              <a:t>id</a:t>
            </a:r>
            <a:r>
              <a:rPr sz="1700" b="0">
                <a:solidFill>
                  <a:srgbClr val="3B3B3B"/>
                </a:solidFill>
                <a:latin typeface="Menlo" panose="020B0609030804020204"/>
                <a:ea typeface="Menlo" panose="020B0609030804020204"/>
              </a:rPr>
              <a:t>=</a:t>
            </a:r>
            <a:r>
              <a:rPr sz="1700" b="0">
                <a:solidFill>
                  <a:srgbClr val="0000FF"/>
                </a:solidFill>
                <a:latin typeface="Menlo" panose="020B0609030804020204"/>
                <a:ea typeface="Menlo" panose="020B0609030804020204"/>
              </a:rPr>
              <a:t>"box2"</a:t>
            </a:r>
            <a:r>
              <a:rPr sz="1700" b="0">
                <a:solidFill>
                  <a:srgbClr val="800000"/>
                </a:solidFill>
                <a:latin typeface="Menlo" panose="020B0609030804020204"/>
                <a:ea typeface="Menlo" panose="020B0609030804020204"/>
              </a:rPr>
              <a:t>&gt;</a:t>
            </a:r>
            <a:r>
              <a:rPr sz="1700" b="0">
                <a:solidFill>
                  <a:srgbClr val="3B3B3B"/>
                </a:solidFill>
                <a:latin typeface="Menlo" panose="020B0609030804020204"/>
                <a:ea typeface="Menlo" panose="020B0609030804020204"/>
              </a:rPr>
              <a:t>Элемент 2</a:t>
            </a:r>
            <a:r>
              <a:rPr sz="1700" b="0">
                <a:solidFill>
                  <a:srgbClr val="800000"/>
                </a:solidFill>
                <a:latin typeface="Menlo" panose="020B0609030804020204"/>
                <a:ea typeface="Menlo" panose="020B0609030804020204"/>
              </a:rPr>
              <a:t>&lt;/div&gt;</a:t>
            </a:r>
            <a:endParaRPr sz="1700" b="0">
              <a:solidFill>
                <a:srgbClr val="800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800000"/>
                </a:solidFill>
                <a:latin typeface="Menlo" panose="020B0609030804020204"/>
                <a:ea typeface="Menlo" panose="020B0609030804020204"/>
              </a:rPr>
              <a:t>&lt;div</a:t>
            </a:r>
            <a:r>
              <a:rPr sz="1700" b="0">
                <a:solidFill>
                  <a:srgbClr val="3B3B3B"/>
                </a:solidFill>
                <a:latin typeface="Menlo" panose="020B0609030804020204"/>
                <a:ea typeface="Menlo" panose="020B0609030804020204"/>
              </a:rPr>
              <a:t> </a:t>
            </a:r>
            <a:r>
              <a:rPr sz="1700" b="0">
                <a:solidFill>
                  <a:srgbClr val="E50000"/>
                </a:solidFill>
                <a:latin typeface="Menlo" panose="020B0609030804020204"/>
                <a:ea typeface="Menlo" panose="020B0609030804020204"/>
              </a:rPr>
              <a:t>class</a:t>
            </a:r>
            <a:r>
              <a:rPr sz="1700" b="0">
                <a:solidFill>
                  <a:srgbClr val="3B3B3B"/>
                </a:solidFill>
                <a:latin typeface="Menlo" panose="020B0609030804020204"/>
                <a:ea typeface="Menlo" panose="020B0609030804020204"/>
              </a:rPr>
              <a:t>=</a:t>
            </a:r>
            <a:r>
              <a:rPr sz="1700" b="0">
                <a:solidFill>
                  <a:srgbClr val="0000FF"/>
                </a:solidFill>
                <a:latin typeface="Menlo" panose="020B0609030804020204"/>
                <a:ea typeface="Menlo" panose="020B0609030804020204"/>
              </a:rPr>
              <a:t>"box"</a:t>
            </a:r>
            <a:r>
              <a:rPr sz="1700" b="0">
                <a:solidFill>
                  <a:srgbClr val="3B3B3B"/>
                </a:solidFill>
                <a:latin typeface="Menlo" panose="020B0609030804020204"/>
                <a:ea typeface="Menlo" panose="020B0609030804020204"/>
              </a:rPr>
              <a:t> </a:t>
            </a:r>
            <a:r>
              <a:rPr sz="1700" b="0">
                <a:solidFill>
                  <a:srgbClr val="E50000"/>
                </a:solidFill>
                <a:latin typeface="Menlo" panose="020B0609030804020204"/>
                <a:ea typeface="Menlo" panose="020B0609030804020204"/>
              </a:rPr>
              <a:t>id</a:t>
            </a:r>
            <a:r>
              <a:rPr sz="1700" b="0">
                <a:solidFill>
                  <a:srgbClr val="3B3B3B"/>
                </a:solidFill>
                <a:latin typeface="Menlo" panose="020B0609030804020204"/>
                <a:ea typeface="Menlo" panose="020B0609030804020204"/>
              </a:rPr>
              <a:t>=</a:t>
            </a:r>
            <a:r>
              <a:rPr sz="1700" b="0">
                <a:solidFill>
                  <a:srgbClr val="0000FF"/>
                </a:solidFill>
                <a:latin typeface="Menlo" panose="020B0609030804020204"/>
                <a:ea typeface="Menlo" panose="020B0609030804020204"/>
              </a:rPr>
              <a:t>"box3"</a:t>
            </a:r>
            <a:r>
              <a:rPr sz="1700" b="0">
                <a:solidFill>
                  <a:srgbClr val="800000"/>
                </a:solidFill>
                <a:latin typeface="Menlo" panose="020B0609030804020204"/>
                <a:ea typeface="Menlo" panose="020B0609030804020204"/>
              </a:rPr>
              <a:t>&gt;</a:t>
            </a:r>
            <a:r>
              <a:rPr sz="1700" b="0">
                <a:solidFill>
                  <a:srgbClr val="3B3B3B"/>
                </a:solidFill>
                <a:latin typeface="Menlo" panose="020B0609030804020204"/>
                <a:ea typeface="Menlo" panose="020B0609030804020204"/>
              </a:rPr>
              <a:t>Элемент 3</a:t>
            </a:r>
            <a:r>
              <a:rPr sz="1700" b="0">
                <a:solidFill>
                  <a:srgbClr val="800000"/>
                </a:solidFill>
                <a:latin typeface="Menlo" panose="020B0609030804020204"/>
                <a:ea typeface="Menlo" panose="020B0609030804020204"/>
              </a:rPr>
              <a:t>&lt;/div&gt;</a:t>
            </a:r>
            <a:endParaRPr sz="1700" b="0">
              <a:solidFill>
                <a:srgbClr val="800000"/>
              </a:solidFill>
              <a:latin typeface="Menlo" panose="020B0609030804020204"/>
              <a:ea typeface="Menlo" panose="020B0609030804020204"/>
            </a:endParaRPr>
          </a:p>
          <a:p>
            <a:pPr marL="0" indent="0" algn="l" defTabSz="266700">
              <a:lnSpc>
                <a:spcPts val="1800"/>
              </a:lnSpc>
              <a:spcAft>
                <a:spcPct val="0"/>
              </a:spcAft>
            </a:pPr>
            <a:r>
              <a:rPr sz="1700" b="0">
                <a:solidFill>
                  <a:srgbClr val="800000"/>
                </a:solidFill>
                <a:latin typeface="Menlo" panose="020B0609030804020204"/>
                <a:ea typeface="Menlo" panose="020B0609030804020204"/>
              </a:rPr>
              <a:t>&lt;/div&gt;</a:t>
            </a:r>
            <a:endParaRPr sz="1700" b="0">
              <a:solidFill>
                <a:srgbClr val="800000"/>
              </a:solidFill>
              <a:latin typeface="Menlo" panose="020B0609030804020204"/>
              <a:ea typeface="Menlo" panose="020B0609030804020204"/>
            </a:endParaRPr>
          </a:p>
          <a:p>
            <a:pPr marL="0" indent="0" algn="l" defTabSz="266700">
              <a:spcAft>
                <a:spcPct val="0"/>
              </a:spcAft>
            </a:pPr>
            <a:r>
              <a:rPr sz="1600">
                <a:latin typeface="Times New Roman" panose="02020603050405020304"/>
                <a:ea typeface="SimSun"/>
              </a:rPr>
              <a:t> </a:t>
            </a:r>
            <a:endParaRPr sz="1600">
              <a:latin typeface="Times New Roman" panose="02020603050405020304"/>
              <a:ea typeface="SimSun"/>
            </a:endParaRPr>
          </a:p>
          <a:p>
            <a:pPr marL="0" indent="0" algn="l" defTabSz="266700">
              <a:lnSpc>
                <a:spcPts val="1800"/>
              </a:lnSpc>
              <a:spcAft>
                <a:spcPct val="0"/>
              </a:spcAft>
            </a:pPr>
            <a:r>
              <a:rPr sz="1700" b="0">
                <a:solidFill>
                  <a:srgbClr val="800000"/>
                </a:solidFill>
                <a:latin typeface="Menlo" panose="020B0609030804020204"/>
                <a:ea typeface="Menlo" panose="020B0609030804020204"/>
              </a:rPr>
              <a:t>&lt;button</a:t>
            </a:r>
            <a:r>
              <a:rPr sz="1700" b="0">
                <a:solidFill>
                  <a:srgbClr val="3B3B3B"/>
                </a:solidFill>
                <a:latin typeface="Menlo" panose="020B0609030804020204"/>
                <a:ea typeface="Menlo" panose="020B0609030804020204"/>
              </a:rPr>
              <a:t> </a:t>
            </a:r>
            <a:r>
              <a:rPr sz="1700" b="0">
                <a:solidFill>
                  <a:srgbClr val="E50000"/>
                </a:solidFill>
                <a:latin typeface="Menlo" panose="020B0609030804020204"/>
                <a:ea typeface="Menlo" panose="020B0609030804020204"/>
              </a:rPr>
              <a:t>id</a:t>
            </a:r>
            <a:r>
              <a:rPr sz="1700" b="0">
                <a:solidFill>
                  <a:srgbClr val="3B3B3B"/>
                </a:solidFill>
                <a:latin typeface="Menlo" panose="020B0609030804020204"/>
                <a:ea typeface="Menlo" panose="020B0609030804020204"/>
              </a:rPr>
              <a:t>=</a:t>
            </a:r>
            <a:r>
              <a:rPr sz="1700" b="0">
                <a:solidFill>
                  <a:srgbClr val="0000FF"/>
                </a:solidFill>
                <a:latin typeface="Menlo" panose="020B0609030804020204"/>
                <a:ea typeface="Menlo" panose="020B0609030804020204"/>
              </a:rPr>
              <a:t>"removeBtn"</a:t>
            </a:r>
            <a:r>
              <a:rPr sz="1700" b="0">
                <a:solidFill>
                  <a:srgbClr val="800000"/>
                </a:solidFill>
                <a:latin typeface="Menlo" panose="020B0609030804020204"/>
                <a:ea typeface="Menlo" panose="020B0609030804020204"/>
              </a:rPr>
              <a:t>&gt;</a:t>
            </a:r>
            <a:r>
              <a:rPr sz="1700" b="0">
                <a:solidFill>
                  <a:srgbClr val="3B3B3B"/>
                </a:solidFill>
                <a:latin typeface="Menlo" panose="020B0609030804020204"/>
                <a:ea typeface="Menlo" panose="020B0609030804020204"/>
              </a:rPr>
              <a:t>Удалить элемент 1</a:t>
            </a:r>
            <a:r>
              <a:rPr sz="1700" b="0">
                <a:solidFill>
                  <a:srgbClr val="800000"/>
                </a:solidFill>
                <a:latin typeface="Menlo" panose="020B0609030804020204"/>
                <a:ea typeface="Menlo" panose="020B0609030804020204"/>
              </a:rPr>
              <a:t>&lt;/button&gt;</a:t>
            </a:r>
            <a:endParaRPr sz="1700" b="0">
              <a:solidFill>
                <a:srgbClr val="800000"/>
              </a:solidFill>
              <a:latin typeface="Menlo" panose="020B0609030804020204"/>
              <a:ea typeface="Menlo" panose="020B0609030804020204"/>
            </a:endParaRPr>
          </a:p>
          <a:p>
            <a:pPr marL="0" indent="0" algn="l" defTabSz="266700">
              <a:lnSpc>
                <a:spcPts val="1800"/>
              </a:lnSpc>
              <a:spcAft>
                <a:spcPct val="0"/>
              </a:spcAft>
            </a:pPr>
            <a:r>
              <a:rPr sz="1600">
                <a:latin typeface="Times New Roman" panose="02020603050405020304"/>
                <a:ea typeface="SimSun"/>
              </a:rPr>
              <a:t> </a:t>
            </a:r>
            <a:endParaRPr sz="1600">
              <a:latin typeface="Times New Roman" panose="02020603050405020304"/>
              <a:ea typeface="SimSun"/>
            </a:endParaRPr>
          </a:p>
          <a:p>
            <a:pPr marL="0" indent="0" algn="l" defTabSz="266700">
              <a:lnSpc>
                <a:spcPts val="1800"/>
              </a:lnSpc>
              <a:spcAft>
                <a:spcPct val="0"/>
              </a:spcAft>
            </a:pPr>
            <a:r>
              <a:rPr sz="1700" b="0">
                <a:solidFill>
                  <a:srgbClr val="800000"/>
                </a:solidFill>
                <a:latin typeface="Menlo" panose="020B0609030804020204"/>
                <a:ea typeface="Menlo" panose="020B0609030804020204"/>
              </a:rPr>
              <a:t>&lt;script&gt;</a:t>
            </a:r>
            <a:endParaRPr sz="1700" b="0">
              <a:solidFill>
                <a:srgbClr val="800000"/>
              </a:solidFill>
              <a:latin typeface="Menlo" panose="020B0609030804020204"/>
              <a:ea typeface="Menlo" panose="020B0609030804020204"/>
            </a:endParaRPr>
          </a:p>
          <a:p>
            <a:pPr marL="0" indent="0" algn="l" defTabSz="266700">
              <a:lnSpc>
                <a:spcPts val="1800"/>
              </a:lnSpc>
              <a:spcAft>
                <a:spcPct val="0"/>
              </a:spcAft>
            </a:pPr>
            <a:r>
              <a:rPr sz="1700" b="0">
                <a:solidFill>
                  <a:srgbClr val="001080"/>
                </a:solidFill>
                <a:latin typeface="Menlo" panose="020B0609030804020204"/>
                <a:ea typeface="Menlo" panose="020B0609030804020204"/>
              </a:rPr>
              <a:t>document</a:t>
            </a:r>
            <a:r>
              <a:rPr sz="1700" b="0">
                <a:solidFill>
                  <a:srgbClr val="000000"/>
                </a:solidFill>
                <a:latin typeface="Menlo" panose="020B0609030804020204"/>
                <a:ea typeface="Menlo" panose="020B0609030804020204"/>
              </a:rPr>
              <a:t>.</a:t>
            </a:r>
            <a:r>
              <a:rPr sz="1700" b="0">
                <a:solidFill>
                  <a:srgbClr val="795E26"/>
                </a:solidFill>
                <a:latin typeface="Menlo" panose="020B0609030804020204"/>
                <a:ea typeface="Menlo" panose="020B0609030804020204"/>
              </a:rPr>
              <a:t>getElementById</a:t>
            </a:r>
            <a:r>
              <a:rPr sz="1700" b="0">
                <a:solidFill>
                  <a:srgbClr val="000000"/>
                </a:solidFill>
                <a:latin typeface="Menlo" panose="020B0609030804020204"/>
                <a:ea typeface="Menlo" panose="020B0609030804020204"/>
              </a:rPr>
              <a:t>(</a:t>
            </a:r>
            <a:r>
              <a:rPr sz="1700" b="0">
                <a:solidFill>
                  <a:srgbClr val="A31515"/>
                </a:solidFill>
                <a:latin typeface="Menlo" panose="020B0609030804020204"/>
                <a:ea typeface="Menlo" panose="020B0609030804020204"/>
              </a:rPr>
              <a:t>'removeBtn'</a:t>
            </a:r>
            <a:r>
              <a:rPr sz="1700" b="0">
                <a:solidFill>
                  <a:srgbClr val="000000"/>
                </a:solidFill>
                <a:latin typeface="Menlo" panose="020B0609030804020204"/>
                <a:ea typeface="Menlo" panose="020B0609030804020204"/>
              </a:rPr>
              <a:t>).</a:t>
            </a:r>
            <a:r>
              <a:rPr sz="1700" b="0">
                <a:solidFill>
                  <a:srgbClr val="795E26"/>
                </a:solidFill>
                <a:latin typeface="Menlo" panose="020B0609030804020204"/>
                <a:ea typeface="Menlo" panose="020B0609030804020204"/>
              </a:rPr>
              <a:t>onclick</a:t>
            </a:r>
            <a:r>
              <a:rPr sz="1700" b="0">
                <a:solidFill>
                  <a:srgbClr val="000000"/>
                </a:solidFill>
                <a:latin typeface="Menlo" panose="020B0609030804020204"/>
                <a:ea typeface="Menlo" panose="020B0609030804020204"/>
              </a:rPr>
              <a:t> = </a:t>
            </a:r>
            <a:r>
              <a:rPr sz="1700" b="0">
                <a:solidFill>
                  <a:srgbClr val="0000FF"/>
                </a:solidFill>
                <a:latin typeface="Menlo" panose="020B0609030804020204"/>
                <a:ea typeface="Menlo" panose="020B0609030804020204"/>
              </a:rPr>
              <a:t>function</a:t>
            </a:r>
            <a:r>
              <a:rPr sz="1700" b="0">
                <a:solidFill>
                  <a:srgbClr val="000000"/>
                </a:solidFill>
                <a:latin typeface="Menlo" panose="020B0609030804020204"/>
                <a:ea typeface="Menlo" panose="020B0609030804020204"/>
              </a:rPr>
              <a:t>() {</a:t>
            </a:r>
            <a:endParaRPr sz="17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0000FF"/>
                </a:solidFill>
                <a:latin typeface="Menlo" panose="020B0609030804020204"/>
                <a:ea typeface="Menlo" panose="020B0609030804020204"/>
              </a:rPr>
              <a:t>var</a:t>
            </a:r>
            <a:r>
              <a:rPr sz="1700" b="0">
                <a:solidFill>
                  <a:srgbClr val="000000"/>
                </a:solidFill>
                <a:latin typeface="Menlo" panose="020B0609030804020204"/>
                <a:ea typeface="Menlo" panose="020B0609030804020204"/>
              </a:rPr>
              <a:t> </a:t>
            </a:r>
            <a:r>
              <a:rPr sz="1700" b="0">
                <a:solidFill>
                  <a:srgbClr val="001080"/>
                </a:solidFill>
                <a:latin typeface="Menlo" panose="020B0609030804020204"/>
                <a:ea typeface="Menlo" panose="020B0609030804020204"/>
              </a:rPr>
              <a:t>box1</a:t>
            </a:r>
            <a:r>
              <a:rPr sz="1700" b="0">
                <a:solidFill>
                  <a:srgbClr val="000000"/>
                </a:solidFill>
                <a:latin typeface="Menlo" panose="020B0609030804020204"/>
                <a:ea typeface="Menlo" panose="020B0609030804020204"/>
              </a:rPr>
              <a:t> = </a:t>
            </a:r>
            <a:r>
              <a:rPr sz="1700" b="0">
                <a:solidFill>
                  <a:srgbClr val="001080"/>
                </a:solidFill>
                <a:latin typeface="Menlo" panose="020B0609030804020204"/>
                <a:ea typeface="Menlo" panose="020B0609030804020204"/>
              </a:rPr>
              <a:t>document</a:t>
            </a:r>
            <a:r>
              <a:rPr sz="1700" b="0">
                <a:solidFill>
                  <a:srgbClr val="000000"/>
                </a:solidFill>
                <a:latin typeface="Menlo" panose="020B0609030804020204"/>
                <a:ea typeface="Menlo" panose="020B0609030804020204"/>
              </a:rPr>
              <a:t>.</a:t>
            </a:r>
            <a:r>
              <a:rPr sz="1700" b="0">
                <a:solidFill>
                  <a:srgbClr val="795E26"/>
                </a:solidFill>
                <a:latin typeface="Menlo" panose="020B0609030804020204"/>
                <a:ea typeface="Menlo" panose="020B0609030804020204"/>
              </a:rPr>
              <a:t>getElementById</a:t>
            </a:r>
            <a:r>
              <a:rPr sz="1700" b="0">
                <a:solidFill>
                  <a:srgbClr val="000000"/>
                </a:solidFill>
                <a:latin typeface="Menlo" panose="020B0609030804020204"/>
                <a:ea typeface="Menlo" panose="020B0609030804020204"/>
              </a:rPr>
              <a:t>(</a:t>
            </a:r>
            <a:r>
              <a:rPr sz="1700" b="0">
                <a:solidFill>
                  <a:srgbClr val="A31515"/>
                </a:solidFill>
                <a:latin typeface="Menlo" panose="020B0609030804020204"/>
                <a:ea typeface="Menlo" panose="020B0609030804020204"/>
              </a:rPr>
              <a:t>'box1'</a:t>
            </a:r>
            <a:r>
              <a:rPr sz="1700" b="0">
                <a:solidFill>
                  <a:srgbClr val="000000"/>
                </a:solidFill>
                <a:latin typeface="Menlo" panose="020B0609030804020204"/>
                <a:ea typeface="Menlo" panose="020B0609030804020204"/>
              </a:rPr>
              <a:t>);</a:t>
            </a:r>
            <a:endParaRPr sz="17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0000FF"/>
                </a:solidFill>
                <a:latin typeface="Menlo" panose="020B0609030804020204"/>
                <a:ea typeface="Menlo" panose="020B0609030804020204"/>
              </a:rPr>
              <a:t>var</a:t>
            </a:r>
            <a:r>
              <a:rPr sz="1700" b="0">
                <a:solidFill>
                  <a:srgbClr val="000000"/>
                </a:solidFill>
                <a:latin typeface="Menlo" panose="020B0609030804020204"/>
                <a:ea typeface="Menlo" panose="020B0609030804020204"/>
              </a:rPr>
              <a:t> </a:t>
            </a:r>
            <a:r>
              <a:rPr sz="1700" b="0">
                <a:solidFill>
                  <a:srgbClr val="001080"/>
                </a:solidFill>
                <a:latin typeface="Menlo" panose="020B0609030804020204"/>
                <a:ea typeface="Menlo" panose="020B0609030804020204"/>
              </a:rPr>
              <a:t>container</a:t>
            </a:r>
            <a:r>
              <a:rPr sz="1700" b="0">
                <a:solidFill>
                  <a:srgbClr val="000000"/>
                </a:solidFill>
                <a:latin typeface="Menlo" panose="020B0609030804020204"/>
                <a:ea typeface="Menlo" panose="020B0609030804020204"/>
              </a:rPr>
              <a:t> = </a:t>
            </a:r>
            <a:r>
              <a:rPr sz="1700" b="0">
                <a:solidFill>
                  <a:srgbClr val="001080"/>
                </a:solidFill>
                <a:latin typeface="Menlo" panose="020B0609030804020204"/>
                <a:ea typeface="Menlo" panose="020B0609030804020204"/>
              </a:rPr>
              <a:t>document</a:t>
            </a:r>
            <a:r>
              <a:rPr sz="1700" b="0">
                <a:solidFill>
                  <a:srgbClr val="000000"/>
                </a:solidFill>
                <a:latin typeface="Menlo" panose="020B0609030804020204"/>
                <a:ea typeface="Menlo" panose="020B0609030804020204"/>
              </a:rPr>
              <a:t>.</a:t>
            </a:r>
            <a:r>
              <a:rPr sz="1700" b="0">
                <a:solidFill>
                  <a:srgbClr val="795E26"/>
                </a:solidFill>
                <a:latin typeface="Menlo" panose="020B0609030804020204"/>
                <a:ea typeface="Menlo" panose="020B0609030804020204"/>
              </a:rPr>
              <a:t>querySelector</a:t>
            </a:r>
            <a:r>
              <a:rPr sz="1700" b="0">
                <a:solidFill>
                  <a:srgbClr val="000000"/>
                </a:solidFill>
                <a:latin typeface="Menlo" panose="020B0609030804020204"/>
                <a:ea typeface="Menlo" panose="020B0609030804020204"/>
              </a:rPr>
              <a:t>(</a:t>
            </a:r>
            <a:r>
              <a:rPr sz="1700" b="0">
                <a:solidFill>
                  <a:srgbClr val="A31515"/>
                </a:solidFill>
                <a:latin typeface="Menlo" panose="020B0609030804020204"/>
                <a:ea typeface="Menlo" panose="020B0609030804020204"/>
              </a:rPr>
              <a:t>'.container'</a:t>
            </a:r>
            <a:r>
              <a:rPr sz="1700" b="0">
                <a:solidFill>
                  <a:srgbClr val="000000"/>
                </a:solidFill>
                <a:latin typeface="Menlo" panose="020B0609030804020204"/>
                <a:ea typeface="Menlo" panose="020B0609030804020204"/>
              </a:rPr>
              <a:t>);</a:t>
            </a:r>
            <a:endParaRPr sz="17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008000"/>
                </a:solidFill>
                <a:latin typeface="Menlo" panose="020B0609030804020204"/>
                <a:ea typeface="Menlo" panose="020B0609030804020204"/>
              </a:rPr>
              <a:t>// Удаление элемента box1</a:t>
            </a:r>
            <a:endParaRPr sz="1700" b="0">
              <a:solidFill>
                <a:srgbClr val="008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001080"/>
                </a:solidFill>
                <a:latin typeface="Menlo" panose="020B0609030804020204"/>
                <a:ea typeface="Menlo" panose="020B0609030804020204"/>
              </a:rPr>
              <a:t>container</a:t>
            </a:r>
            <a:r>
              <a:rPr sz="1700" b="0">
                <a:solidFill>
                  <a:srgbClr val="000000"/>
                </a:solidFill>
                <a:latin typeface="Menlo" panose="020B0609030804020204"/>
                <a:ea typeface="Menlo" panose="020B0609030804020204"/>
              </a:rPr>
              <a:t>.</a:t>
            </a:r>
            <a:r>
              <a:rPr sz="1700" b="0">
                <a:solidFill>
                  <a:srgbClr val="795E26"/>
                </a:solidFill>
                <a:latin typeface="Menlo" panose="020B0609030804020204"/>
                <a:ea typeface="Menlo" panose="020B0609030804020204"/>
              </a:rPr>
              <a:t>removeChild</a:t>
            </a:r>
            <a:r>
              <a:rPr sz="1700" b="0">
                <a:solidFill>
                  <a:srgbClr val="000000"/>
                </a:solidFill>
                <a:latin typeface="Menlo" panose="020B0609030804020204"/>
                <a:ea typeface="Menlo" panose="020B0609030804020204"/>
              </a:rPr>
              <a:t>(</a:t>
            </a:r>
            <a:r>
              <a:rPr sz="1700" b="0">
                <a:solidFill>
                  <a:srgbClr val="001080"/>
                </a:solidFill>
                <a:latin typeface="Menlo" panose="020B0609030804020204"/>
                <a:ea typeface="Menlo" panose="020B0609030804020204"/>
              </a:rPr>
              <a:t>box1</a:t>
            </a:r>
            <a:r>
              <a:rPr sz="1700" b="0">
                <a:solidFill>
                  <a:srgbClr val="000000"/>
                </a:solidFill>
                <a:latin typeface="Menlo" panose="020B0609030804020204"/>
                <a:ea typeface="Menlo" panose="020B0609030804020204"/>
              </a:rPr>
              <a:t>);</a:t>
            </a:r>
            <a:endParaRPr sz="1700" b="0">
              <a:solidFill>
                <a:srgbClr val="000000"/>
              </a:solidFill>
              <a:latin typeface="Menlo" panose="020B0609030804020204"/>
              <a:ea typeface="Menlo" panose="020B0609030804020204"/>
            </a:endParaRPr>
          </a:p>
          <a:p>
            <a:pPr marL="0" indent="0" algn="l" defTabSz="266700">
              <a:lnSpc>
                <a:spcPts val="1800"/>
              </a:lnSpc>
              <a:spcAft>
                <a:spcPct val="0"/>
              </a:spcAft>
            </a:pPr>
            <a:r>
              <a:rPr sz="1700" b="0">
                <a:solidFill>
                  <a:srgbClr val="000000"/>
                </a:solidFill>
                <a:latin typeface="Menlo" panose="020B0609030804020204"/>
                <a:ea typeface="Menlo" panose="020B0609030804020204"/>
              </a:rPr>
              <a:t>}</a:t>
            </a:r>
            <a:endParaRPr sz="1700" b="0">
              <a:solidFill>
                <a:srgbClr val="000000"/>
              </a:solidFill>
              <a:latin typeface="Menlo" panose="020B0609030804020204"/>
              <a:ea typeface="Menlo" panose="020B0609030804020204"/>
            </a:endParaRPr>
          </a:p>
          <a:p>
            <a:pPr marL="0" indent="0" algn="l" defTabSz="266700">
              <a:spcAft>
                <a:spcPct val="0"/>
              </a:spcAft>
            </a:pPr>
            <a:r>
              <a:rPr sz="1600">
                <a:latin typeface="Times New Roman" panose="02020603050405020304"/>
                <a:ea typeface="SimSun"/>
              </a:rPr>
              <a:t> </a:t>
            </a:r>
            <a:r>
              <a:rPr sz="1700" b="0">
                <a:solidFill>
                  <a:srgbClr val="800000"/>
                </a:solidFill>
                <a:latin typeface="Menlo" panose="020B0609030804020204"/>
                <a:ea typeface="Menlo" panose="020B0609030804020204"/>
              </a:rPr>
              <a:t>&lt;/script&gt;</a:t>
            </a:r>
            <a:endParaRPr sz="1700" b="0">
              <a:solidFill>
                <a:srgbClr val="800000"/>
              </a:solidFill>
              <a:latin typeface="Menlo" panose="020B0609030804020204"/>
              <a:ea typeface="Menlo" panose="020B0609030804020204"/>
            </a:endParaRPr>
          </a:p>
          <a:p>
            <a:pPr marL="0" indent="0" algn="l" defTabSz="266700">
              <a:lnSpc>
                <a:spcPts val="1800"/>
              </a:lnSpc>
              <a:spcAft>
                <a:spcPct val="0"/>
              </a:spcAft>
            </a:pPr>
            <a:r>
              <a:rPr sz="1700" b="0">
                <a:solidFill>
                  <a:srgbClr val="800000"/>
                </a:solidFill>
                <a:latin typeface="Menlo" panose="020B0609030804020204"/>
                <a:ea typeface="Menlo" panose="020B0609030804020204"/>
              </a:rPr>
              <a:t>&lt;/body&gt;</a:t>
            </a:r>
            <a:endParaRPr sz="1700" b="0">
              <a:solidFill>
                <a:srgbClr val="800000"/>
              </a:solidFill>
              <a:latin typeface="Menlo" panose="020B0609030804020204"/>
              <a:ea typeface="Menlo" panose="020B06090308040202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681355" y="397510"/>
            <a:ext cx="4064000" cy="368300"/>
          </a:xfrm>
          <a:prstGeom prst="rect">
            <a:avLst/>
          </a:prstGeom>
          <a:noFill/>
        </p:spPr>
        <p:txBody>
          <a:bodyPr wrap="square" rtlCol="0">
            <a:spAutoFit/>
          </a:bodyPr>
          <a:p>
            <a:r>
              <a:rPr lang="ru-RU" altLang="en-US"/>
              <a:t>Замена узла: </a:t>
            </a:r>
            <a:r>
              <a:rPr lang="en-US">
                <a:sym typeface="+mn-ea"/>
              </a:rPr>
              <a:t>replaceChild</a:t>
            </a:r>
            <a:r>
              <a:rPr lang="ru-RU" altLang="en-US">
                <a:sym typeface="+mn-ea"/>
              </a:rPr>
              <a:t>()</a:t>
            </a:r>
            <a:endParaRPr lang="ru-RU" altLang="en-US">
              <a:sym typeface="+mn-ea"/>
            </a:endParaRPr>
          </a:p>
        </p:txBody>
      </p:sp>
      <p:sp>
        <p:nvSpPr>
          <p:cNvPr id="8" name="Text Box 7"/>
          <p:cNvSpPr txBox="1"/>
          <p:nvPr/>
        </p:nvSpPr>
        <p:spPr>
          <a:xfrm>
            <a:off x="769620" y="1184910"/>
            <a:ext cx="10703560" cy="5431155"/>
          </a:xfrm>
          <a:prstGeom prst="rect">
            <a:avLst/>
          </a:prstGeom>
        </p:spPr>
        <p:txBody>
          <a:bodyPr wrap="square">
            <a:spAutoFit/>
          </a:bodyPr>
          <a:p>
            <a:pPr marL="0" indent="0" algn="l" defTabSz="266700">
              <a:lnSpc>
                <a:spcPts val="1800"/>
              </a:lnSpc>
              <a:spcAft>
                <a:spcPct val="0"/>
              </a:spcAft>
            </a:pPr>
            <a:r>
              <a:rPr sz="1700" b="0">
                <a:solidFill>
                  <a:srgbClr val="800000"/>
                </a:solidFill>
                <a:latin typeface="Menlo" panose="020B0609030804020204"/>
                <a:ea typeface="Menlo" panose="020B0609030804020204"/>
              </a:rPr>
              <a:t>&lt;body&gt;</a:t>
            </a:r>
            <a:endParaRPr sz="1700" b="0">
              <a:solidFill>
                <a:srgbClr val="800000"/>
              </a:solidFill>
              <a:latin typeface="Menlo" panose="020B0609030804020204"/>
              <a:ea typeface="Menlo" panose="020B0609030804020204"/>
            </a:endParaRPr>
          </a:p>
          <a:p>
            <a:pPr marL="0" indent="0" algn="l" defTabSz="266700">
              <a:lnSpc>
                <a:spcPts val="1800"/>
              </a:lnSpc>
              <a:spcAft>
                <a:spcPct val="0"/>
              </a:spcAft>
            </a:pPr>
            <a:r>
              <a:rPr sz="1700" b="0">
                <a:solidFill>
                  <a:srgbClr val="3B3B3B"/>
                </a:solidFill>
                <a:latin typeface="Menlo" panose="020B0609030804020204"/>
                <a:ea typeface="Menlo" panose="020B0609030804020204"/>
              </a:rPr>
              <a:t> </a:t>
            </a:r>
            <a:endParaRPr sz="1700" b="0">
              <a:solidFill>
                <a:srgbClr val="3B3B3B"/>
              </a:solidFill>
              <a:latin typeface="Menlo" panose="020B0609030804020204"/>
              <a:ea typeface="Menlo" panose="020B0609030804020204"/>
            </a:endParaRPr>
          </a:p>
          <a:p>
            <a:pPr marL="0" indent="0" algn="l" defTabSz="266700">
              <a:lnSpc>
                <a:spcPts val="1800"/>
              </a:lnSpc>
              <a:spcAft>
                <a:spcPct val="0"/>
              </a:spcAft>
            </a:pPr>
            <a:r>
              <a:rPr sz="1700" b="0">
                <a:solidFill>
                  <a:srgbClr val="800000"/>
                </a:solidFill>
                <a:latin typeface="Menlo" panose="020B0609030804020204"/>
                <a:ea typeface="Menlo" panose="020B0609030804020204"/>
              </a:rPr>
              <a:t>&lt;div</a:t>
            </a:r>
            <a:r>
              <a:rPr sz="1700" b="0">
                <a:solidFill>
                  <a:srgbClr val="3B3B3B"/>
                </a:solidFill>
                <a:latin typeface="Menlo" panose="020B0609030804020204"/>
                <a:ea typeface="Menlo" panose="020B0609030804020204"/>
              </a:rPr>
              <a:t> </a:t>
            </a:r>
            <a:r>
              <a:rPr sz="1700" b="0">
                <a:solidFill>
                  <a:srgbClr val="E50000"/>
                </a:solidFill>
                <a:latin typeface="Menlo" panose="020B0609030804020204"/>
                <a:ea typeface="Menlo" panose="020B0609030804020204"/>
              </a:rPr>
              <a:t>class</a:t>
            </a:r>
            <a:r>
              <a:rPr sz="1700" b="0">
                <a:solidFill>
                  <a:srgbClr val="3B3B3B"/>
                </a:solidFill>
                <a:latin typeface="Menlo" panose="020B0609030804020204"/>
                <a:ea typeface="Menlo" panose="020B0609030804020204"/>
              </a:rPr>
              <a:t>=</a:t>
            </a:r>
            <a:r>
              <a:rPr sz="1700" b="0">
                <a:solidFill>
                  <a:srgbClr val="0000FF"/>
                </a:solidFill>
                <a:latin typeface="Menlo" panose="020B0609030804020204"/>
                <a:ea typeface="Menlo" panose="020B0609030804020204"/>
              </a:rPr>
              <a:t>"container"</a:t>
            </a:r>
            <a:r>
              <a:rPr sz="1700" b="0">
                <a:solidFill>
                  <a:srgbClr val="800000"/>
                </a:solidFill>
                <a:latin typeface="Menlo" panose="020B0609030804020204"/>
                <a:ea typeface="Menlo" panose="020B0609030804020204"/>
              </a:rPr>
              <a:t>&gt;</a:t>
            </a:r>
            <a:endParaRPr sz="1700" b="0">
              <a:solidFill>
                <a:srgbClr val="800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800000"/>
                </a:solidFill>
                <a:latin typeface="Menlo" panose="020B0609030804020204"/>
                <a:ea typeface="Menlo" panose="020B0609030804020204"/>
              </a:rPr>
              <a:t>&lt;div</a:t>
            </a:r>
            <a:r>
              <a:rPr sz="1700" b="0">
                <a:solidFill>
                  <a:srgbClr val="3B3B3B"/>
                </a:solidFill>
                <a:latin typeface="Menlo" panose="020B0609030804020204"/>
                <a:ea typeface="Menlo" panose="020B0609030804020204"/>
              </a:rPr>
              <a:t> </a:t>
            </a:r>
            <a:r>
              <a:rPr sz="1700" b="0">
                <a:solidFill>
                  <a:srgbClr val="E50000"/>
                </a:solidFill>
                <a:latin typeface="Menlo" panose="020B0609030804020204"/>
                <a:ea typeface="Menlo" panose="020B0609030804020204"/>
              </a:rPr>
              <a:t>class</a:t>
            </a:r>
            <a:r>
              <a:rPr sz="1700" b="0">
                <a:solidFill>
                  <a:srgbClr val="3B3B3B"/>
                </a:solidFill>
                <a:latin typeface="Menlo" panose="020B0609030804020204"/>
                <a:ea typeface="Menlo" panose="020B0609030804020204"/>
              </a:rPr>
              <a:t>=</a:t>
            </a:r>
            <a:r>
              <a:rPr sz="1700" b="0">
                <a:solidFill>
                  <a:srgbClr val="0000FF"/>
                </a:solidFill>
                <a:latin typeface="Menlo" panose="020B0609030804020204"/>
                <a:ea typeface="Menlo" panose="020B0609030804020204"/>
              </a:rPr>
              <a:t>"box"</a:t>
            </a:r>
            <a:r>
              <a:rPr sz="1700" b="0">
                <a:solidFill>
                  <a:srgbClr val="3B3B3B"/>
                </a:solidFill>
                <a:latin typeface="Menlo" panose="020B0609030804020204"/>
                <a:ea typeface="Menlo" panose="020B0609030804020204"/>
              </a:rPr>
              <a:t> </a:t>
            </a:r>
            <a:r>
              <a:rPr sz="1700" b="0">
                <a:solidFill>
                  <a:srgbClr val="E50000"/>
                </a:solidFill>
                <a:latin typeface="Menlo" panose="020B0609030804020204"/>
                <a:ea typeface="Menlo" panose="020B0609030804020204"/>
              </a:rPr>
              <a:t>id</a:t>
            </a:r>
            <a:r>
              <a:rPr sz="1700" b="0">
                <a:solidFill>
                  <a:srgbClr val="3B3B3B"/>
                </a:solidFill>
                <a:latin typeface="Menlo" panose="020B0609030804020204"/>
                <a:ea typeface="Menlo" panose="020B0609030804020204"/>
              </a:rPr>
              <a:t>=</a:t>
            </a:r>
            <a:r>
              <a:rPr sz="1700" b="0">
                <a:solidFill>
                  <a:srgbClr val="0000FF"/>
                </a:solidFill>
                <a:latin typeface="Menlo" panose="020B0609030804020204"/>
                <a:ea typeface="Menlo" panose="020B0609030804020204"/>
              </a:rPr>
              <a:t>"box1"</a:t>
            </a:r>
            <a:r>
              <a:rPr sz="1700" b="0">
                <a:solidFill>
                  <a:srgbClr val="800000"/>
                </a:solidFill>
                <a:latin typeface="Menlo" panose="020B0609030804020204"/>
                <a:ea typeface="Menlo" panose="020B0609030804020204"/>
              </a:rPr>
              <a:t>&gt;</a:t>
            </a:r>
            <a:r>
              <a:rPr sz="1700" b="0">
                <a:solidFill>
                  <a:srgbClr val="3B3B3B"/>
                </a:solidFill>
                <a:latin typeface="Menlo" panose="020B0609030804020204"/>
                <a:ea typeface="Menlo" panose="020B0609030804020204"/>
              </a:rPr>
              <a:t>Элемент 1</a:t>
            </a:r>
            <a:r>
              <a:rPr sz="1700" b="0">
                <a:solidFill>
                  <a:srgbClr val="800000"/>
                </a:solidFill>
                <a:latin typeface="Menlo" panose="020B0609030804020204"/>
                <a:ea typeface="Menlo" panose="020B0609030804020204"/>
              </a:rPr>
              <a:t>&lt;/div&gt;</a:t>
            </a:r>
            <a:endParaRPr sz="1700" b="0">
              <a:solidFill>
                <a:srgbClr val="800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800000"/>
                </a:solidFill>
                <a:latin typeface="Menlo" panose="020B0609030804020204"/>
                <a:ea typeface="Menlo" panose="020B0609030804020204"/>
              </a:rPr>
              <a:t>&lt;div</a:t>
            </a:r>
            <a:r>
              <a:rPr sz="1700" b="0">
                <a:solidFill>
                  <a:srgbClr val="3B3B3B"/>
                </a:solidFill>
                <a:latin typeface="Menlo" panose="020B0609030804020204"/>
                <a:ea typeface="Menlo" panose="020B0609030804020204"/>
              </a:rPr>
              <a:t> </a:t>
            </a:r>
            <a:r>
              <a:rPr sz="1700" b="0">
                <a:solidFill>
                  <a:srgbClr val="E50000"/>
                </a:solidFill>
                <a:latin typeface="Menlo" panose="020B0609030804020204"/>
                <a:ea typeface="Menlo" panose="020B0609030804020204"/>
              </a:rPr>
              <a:t>class</a:t>
            </a:r>
            <a:r>
              <a:rPr sz="1700" b="0">
                <a:solidFill>
                  <a:srgbClr val="3B3B3B"/>
                </a:solidFill>
                <a:latin typeface="Menlo" panose="020B0609030804020204"/>
                <a:ea typeface="Menlo" panose="020B0609030804020204"/>
              </a:rPr>
              <a:t>=</a:t>
            </a:r>
            <a:r>
              <a:rPr sz="1700" b="0">
                <a:solidFill>
                  <a:srgbClr val="0000FF"/>
                </a:solidFill>
                <a:latin typeface="Menlo" panose="020B0609030804020204"/>
                <a:ea typeface="Menlo" panose="020B0609030804020204"/>
              </a:rPr>
              <a:t>"box"</a:t>
            </a:r>
            <a:r>
              <a:rPr sz="1700" b="0">
                <a:solidFill>
                  <a:srgbClr val="3B3B3B"/>
                </a:solidFill>
                <a:latin typeface="Menlo" panose="020B0609030804020204"/>
                <a:ea typeface="Menlo" panose="020B0609030804020204"/>
              </a:rPr>
              <a:t> </a:t>
            </a:r>
            <a:r>
              <a:rPr sz="1700" b="0">
                <a:solidFill>
                  <a:srgbClr val="E50000"/>
                </a:solidFill>
                <a:latin typeface="Menlo" panose="020B0609030804020204"/>
                <a:ea typeface="Menlo" panose="020B0609030804020204"/>
              </a:rPr>
              <a:t>id</a:t>
            </a:r>
            <a:r>
              <a:rPr sz="1700" b="0">
                <a:solidFill>
                  <a:srgbClr val="3B3B3B"/>
                </a:solidFill>
                <a:latin typeface="Menlo" panose="020B0609030804020204"/>
                <a:ea typeface="Menlo" panose="020B0609030804020204"/>
              </a:rPr>
              <a:t>=</a:t>
            </a:r>
            <a:r>
              <a:rPr sz="1700" b="0">
                <a:solidFill>
                  <a:srgbClr val="0000FF"/>
                </a:solidFill>
                <a:latin typeface="Menlo" panose="020B0609030804020204"/>
                <a:ea typeface="Menlo" panose="020B0609030804020204"/>
              </a:rPr>
              <a:t>"box2"</a:t>
            </a:r>
            <a:r>
              <a:rPr sz="1700" b="0">
                <a:solidFill>
                  <a:srgbClr val="800000"/>
                </a:solidFill>
                <a:latin typeface="Menlo" panose="020B0609030804020204"/>
                <a:ea typeface="Menlo" panose="020B0609030804020204"/>
              </a:rPr>
              <a:t>&gt;</a:t>
            </a:r>
            <a:r>
              <a:rPr sz="1700" b="0">
                <a:solidFill>
                  <a:srgbClr val="3B3B3B"/>
                </a:solidFill>
                <a:latin typeface="Menlo" panose="020B0609030804020204"/>
                <a:ea typeface="Menlo" panose="020B0609030804020204"/>
              </a:rPr>
              <a:t>Элемент 2</a:t>
            </a:r>
            <a:r>
              <a:rPr sz="1700" b="0">
                <a:solidFill>
                  <a:srgbClr val="800000"/>
                </a:solidFill>
                <a:latin typeface="Menlo" panose="020B0609030804020204"/>
                <a:ea typeface="Menlo" panose="020B0609030804020204"/>
              </a:rPr>
              <a:t>&lt;/div&gt;</a:t>
            </a:r>
            <a:endParaRPr sz="1700" b="0">
              <a:solidFill>
                <a:srgbClr val="800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800000"/>
                </a:solidFill>
                <a:latin typeface="Menlo" panose="020B0609030804020204"/>
                <a:ea typeface="Menlo" panose="020B0609030804020204"/>
              </a:rPr>
              <a:t>&lt;div</a:t>
            </a:r>
            <a:r>
              <a:rPr sz="1700" b="0">
                <a:solidFill>
                  <a:srgbClr val="3B3B3B"/>
                </a:solidFill>
                <a:latin typeface="Menlo" panose="020B0609030804020204"/>
                <a:ea typeface="Menlo" panose="020B0609030804020204"/>
              </a:rPr>
              <a:t> </a:t>
            </a:r>
            <a:r>
              <a:rPr sz="1700" b="0">
                <a:solidFill>
                  <a:srgbClr val="E50000"/>
                </a:solidFill>
                <a:latin typeface="Menlo" panose="020B0609030804020204"/>
                <a:ea typeface="Menlo" panose="020B0609030804020204"/>
              </a:rPr>
              <a:t>class</a:t>
            </a:r>
            <a:r>
              <a:rPr sz="1700" b="0">
                <a:solidFill>
                  <a:srgbClr val="3B3B3B"/>
                </a:solidFill>
                <a:latin typeface="Menlo" panose="020B0609030804020204"/>
                <a:ea typeface="Menlo" panose="020B0609030804020204"/>
              </a:rPr>
              <a:t>=</a:t>
            </a:r>
            <a:r>
              <a:rPr sz="1700" b="0">
                <a:solidFill>
                  <a:srgbClr val="0000FF"/>
                </a:solidFill>
                <a:latin typeface="Menlo" panose="020B0609030804020204"/>
                <a:ea typeface="Menlo" panose="020B0609030804020204"/>
              </a:rPr>
              <a:t>"box"</a:t>
            </a:r>
            <a:r>
              <a:rPr sz="1700" b="0">
                <a:solidFill>
                  <a:srgbClr val="3B3B3B"/>
                </a:solidFill>
                <a:latin typeface="Menlo" panose="020B0609030804020204"/>
                <a:ea typeface="Menlo" panose="020B0609030804020204"/>
              </a:rPr>
              <a:t> </a:t>
            </a:r>
            <a:r>
              <a:rPr sz="1700" b="0">
                <a:solidFill>
                  <a:srgbClr val="E50000"/>
                </a:solidFill>
                <a:latin typeface="Menlo" panose="020B0609030804020204"/>
                <a:ea typeface="Menlo" panose="020B0609030804020204"/>
              </a:rPr>
              <a:t>id</a:t>
            </a:r>
            <a:r>
              <a:rPr sz="1700" b="0">
                <a:solidFill>
                  <a:srgbClr val="3B3B3B"/>
                </a:solidFill>
                <a:latin typeface="Menlo" panose="020B0609030804020204"/>
                <a:ea typeface="Menlo" panose="020B0609030804020204"/>
              </a:rPr>
              <a:t>=</a:t>
            </a:r>
            <a:r>
              <a:rPr sz="1700" b="0">
                <a:solidFill>
                  <a:srgbClr val="0000FF"/>
                </a:solidFill>
                <a:latin typeface="Menlo" panose="020B0609030804020204"/>
                <a:ea typeface="Menlo" panose="020B0609030804020204"/>
              </a:rPr>
              <a:t>"box3"</a:t>
            </a:r>
            <a:r>
              <a:rPr sz="1700" b="0">
                <a:solidFill>
                  <a:srgbClr val="800000"/>
                </a:solidFill>
                <a:latin typeface="Menlo" panose="020B0609030804020204"/>
                <a:ea typeface="Menlo" panose="020B0609030804020204"/>
              </a:rPr>
              <a:t>&gt;</a:t>
            </a:r>
            <a:r>
              <a:rPr sz="1700" b="0">
                <a:solidFill>
                  <a:srgbClr val="3B3B3B"/>
                </a:solidFill>
                <a:latin typeface="Menlo" panose="020B0609030804020204"/>
                <a:ea typeface="Menlo" panose="020B0609030804020204"/>
              </a:rPr>
              <a:t>Элемент 3</a:t>
            </a:r>
            <a:r>
              <a:rPr sz="1700" b="0">
                <a:solidFill>
                  <a:srgbClr val="800000"/>
                </a:solidFill>
                <a:latin typeface="Menlo" panose="020B0609030804020204"/>
                <a:ea typeface="Menlo" panose="020B0609030804020204"/>
              </a:rPr>
              <a:t>&lt;/div&gt;</a:t>
            </a:r>
            <a:endParaRPr sz="1700" b="0">
              <a:solidFill>
                <a:srgbClr val="800000"/>
              </a:solidFill>
              <a:latin typeface="Menlo" panose="020B0609030804020204"/>
              <a:ea typeface="Menlo" panose="020B0609030804020204"/>
            </a:endParaRPr>
          </a:p>
          <a:p>
            <a:pPr marL="0" indent="0" algn="l" defTabSz="266700">
              <a:lnSpc>
                <a:spcPts val="1800"/>
              </a:lnSpc>
              <a:spcAft>
                <a:spcPct val="0"/>
              </a:spcAft>
            </a:pPr>
            <a:r>
              <a:rPr sz="1700" b="0">
                <a:solidFill>
                  <a:srgbClr val="800000"/>
                </a:solidFill>
                <a:latin typeface="Menlo" panose="020B0609030804020204"/>
                <a:ea typeface="Menlo" panose="020B0609030804020204"/>
              </a:rPr>
              <a:t>&lt;/div&gt;</a:t>
            </a:r>
            <a:endParaRPr sz="1700" b="0">
              <a:solidFill>
                <a:srgbClr val="800000"/>
              </a:solidFill>
              <a:latin typeface="Menlo" panose="020B0609030804020204"/>
              <a:ea typeface="Menlo" panose="020B0609030804020204"/>
            </a:endParaRPr>
          </a:p>
          <a:p>
            <a:pPr marL="0" indent="0" algn="l" defTabSz="266700">
              <a:spcAft>
                <a:spcPct val="0"/>
              </a:spcAft>
            </a:pPr>
            <a:r>
              <a:rPr sz="1600">
                <a:latin typeface="Times New Roman" panose="02020603050405020304"/>
                <a:ea typeface="SimSun"/>
              </a:rPr>
              <a:t> </a:t>
            </a:r>
            <a:endParaRPr sz="1600">
              <a:latin typeface="Times New Roman" panose="02020603050405020304"/>
              <a:ea typeface="SimSun"/>
            </a:endParaRPr>
          </a:p>
          <a:p>
            <a:pPr marL="0" indent="0" algn="l" defTabSz="266700">
              <a:lnSpc>
                <a:spcPts val="1800"/>
              </a:lnSpc>
              <a:spcAft>
                <a:spcPct val="0"/>
              </a:spcAft>
            </a:pPr>
            <a:r>
              <a:rPr sz="1700" b="0">
                <a:solidFill>
                  <a:srgbClr val="800000"/>
                </a:solidFill>
                <a:latin typeface="Menlo" panose="020B0609030804020204"/>
                <a:ea typeface="Menlo" panose="020B0609030804020204"/>
              </a:rPr>
              <a:t>&lt;button</a:t>
            </a:r>
            <a:r>
              <a:rPr sz="1700" b="0">
                <a:solidFill>
                  <a:srgbClr val="3B3B3B"/>
                </a:solidFill>
                <a:latin typeface="Menlo" panose="020B0609030804020204"/>
                <a:ea typeface="Menlo" panose="020B0609030804020204"/>
              </a:rPr>
              <a:t> </a:t>
            </a:r>
            <a:r>
              <a:rPr sz="1700" b="0">
                <a:solidFill>
                  <a:srgbClr val="E50000"/>
                </a:solidFill>
                <a:latin typeface="Menlo" panose="020B0609030804020204"/>
                <a:ea typeface="Menlo" panose="020B0609030804020204"/>
              </a:rPr>
              <a:t>id</a:t>
            </a:r>
            <a:r>
              <a:rPr sz="1700" b="0">
                <a:solidFill>
                  <a:srgbClr val="3B3B3B"/>
                </a:solidFill>
                <a:latin typeface="Menlo" panose="020B0609030804020204"/>
                <a:ea typeface="Menlo" panose="020B0609030804020204"/>
              </a:rPr>
              <a:t>=</a:t>
            </a:r>
            <a:r>
              <a:rPr sz="1700" b="0">
                <a:solidFill>
                  <a:srgbClr val="0000FF"/>
                </a:solidFill>
                <a:latin typeface="Menlo" panose="020B0609030804020204"/>
                <a:ea typeface="Menlo" panose="020B0609030804020204"/>
              </a:rPr>
              <a:t>"replaceBtn"</a:t>
            </a:r>
            <a:r>
              <a:rPr sz="1700" b="0">
                <a:solidFill>
                  <a:srgbClr val="800000"/>
                </a:solidFill>
                <a:latin typeface="Menlo" panose="020B0609030804020204"/>
                <a:ea typeface="Menlo" panose="020B0609030804020204"/>
              </a:rPr>
              <a:t>&gt;</a:t>
            </a:r>
            <a:r>
              <a:rPr sz="1700" b="0">
                <a:solidFill>
                  <a:srgbClr val="3B3B3B"/>
                </a:solidFill>
                <a:latin typeface="Menlo" panose="020B0609030804020204"/>
                <a:ea typeface="Menlo" panose="020B0609030804020204"/>
              </a:rPr>
              <a:t>Заменить элемент 2</a:t>
            </a:r>
            <a:r>
              <a:rPr sz="1700" b="0">
                <a:solidFill>
                  <a:srgbClr val="800000"/>
                </a:solidFill>
                <a:latin typeface="Menlo" panose="020B0609030804020204"/>
                <a:ea typeface="Menlo" panose="020B0609030804020204"/>
              </a:rPr>
              <a:t>&lt;/button&gt;</a:t>
            </a:r>
            <a:endParaRPr sz="1700" b="0">
              <a:solidFill>
                <a:srgbClr val="800000"/>
              </a:solidFill>
              <a:latin typeface="Menlo" panose="020B0609030804020204"/>
              <a:ea typeface="Menlo" panose="020B0609030804020204"/>
            </a:endParaRPr>
          </a:p>
          <a:p>
            <a:pPr marL="0" indent="0" algn="l" defTabSz="266700">
              <a:spcAft>
                <a:spcPct val="0"/>
              </a:spcAft>
            </a:pPr>
            <a:r>
              <a:rPr sz="1600">
                <a:latin typeface="Times New Roman" panose="02020603050405020304"/>
                <a:ea typeface="SimSun"/>
              </a:rPr>
              <a:t> </a:t>
            </a:r>
            <a:endParaRPr sz="1600">
              <a:latin typeface="Times New Roman" panose="02020603050405020304"/>
              <a:ea typeface="SimSun"/>
            </a:endParaRPr>
          </a:p>
          <a:p>
            <a:pPr marL="0" indent="0" algn="l" defTabSz="266700">
              <a:lnSpc>
                <a:spcPts val="1800"/>
              </a:lnSpc>
              <a:spcAft>
                <a:spcPct val="0"/>
              </a:spcAft>
            </a:pPr>
            <a:r>
              <a:rPr sz="1700" b="0">
                <a:solidFill>
                  <a:srgbClr val="800000"/>
                </a:solidFill>
                <a:latin typeface="Menlo" panose="020B0609030804020204"/>
                <a:ea typeface="Menlo" panose="020B0609030804020204"/>
              </a:rPr>
              <a:t>&lt;script&gt;</a:t>
            </a:r>
            <a:endParaRPr sz="1700" b="0">
              <a:solidFill>
                <a:srgbClr val="800000"/>
              </a:solidFill>
              <a:latin typeface="Menlo" panose="020B0609030804020204"/>
              <a:ea typeface="Menlo" panose="020B0609030804020204"/>
            </a:endParaRPr>
          </a:p>
          <a:p>
            <a:pPr marL="0" indent="0" algn="l" defTabSz="266700">
              <a:lnSpc>
                <a:spcPts val="1800"/>
              </a:lnSpc>
              <a:spcAft>
                <a:spcPct val="0"/>
              </a:spcAft>
            </a:pPr>
            <a:r>
              <a:rPr sz="1700" b="0">
                <a:solidFill>
                  <a:srgbClr val="001080"/>
                </a:solidFill>
                <a:latin typeface="Menlo" panose="020B0609030804020204"/>
                <a:ea typeface="Menlo" panose="020B0609030804020204"/>
              </a:rPr>
              <a:t>document</a:t>
            </a:r>
            <a:r>
              <a:rPr sz="1700" b="0">
                <a:solidFill>
                  <a:srgbClr val="000000"/>
                </a:solidFill>
                <a:latin typeface="Menlo" panose="020B0609030804020204"/>
                <a:ea typeface="Menlo" panose="020B0609030804020204"/>
              </a:rPr>
              <a:t>.</a:t>
            </a:r>
            <a:r>
              <a:rPr sz="1700" b="0">
                <a:solidFill>
                  <a:srgbClr val="795E26"/>
                </a:solidFill>
                <a:latin typeface="Menlo" panose="020B0609030804020204"/>
                <a:ea typeface="Menlo" panose="020B0609030804020204"/>
              </a:rPr>
              <a:t>getElementById</a:t>
            </a:r>
            <a:r>
              <a:rPr sz="1700" b="0">
                <a:solidFill>
                  <a:srgbClr val="000000"/>
                </a:solidFill>
                <a:latin typeface="Menlo" panose="020B0609030804020204"/>
                <a:ea typeface="Menlo" panose="020B0609030804020204"/>
              </a:rPr>
              <a:t>(</a:t>
            </a:r>
            <a:r>
              <a:rPr sz="1700" b="0">
                <a:solidFill>
                  <a:srgbClr val="A31515"/>
                </a:solidFill>
                <a:latin typeface="Menlo" panose="020B0609030804020204"/>
                <a:ea typeface="Menlo" panose="020B0609030804020204"/>
              </a:rPr>
              <a:t>'replaceBtn'</a:t>
            </a:r>
            <a:r>
              <a:rPr sz="1700" b="0">
                <a:solidFill>
                  <a:srgbClr val="000000"/>
                </a:solidFill>
                <a:latin typeface="Menlo" panose="020B0609030804020204"/>
                <a:ea typeface="Menlo" panose="020B0609030804020204"/>
              </a:rPr>
              <a:t>).</a:t>
            </a:r>
            <a:r>
              <a:rPr sz="1700" b="0">
                <a:solidFill>
                  <a:srgbClr val="795E26"/>
                </a:solidFill>
                <a:latin typeface="Menlo" panose="020B0609030804020204"/>
                <a:ea typeface="Menlo" panose="020B0609030804020204"/>
              </a:rPr>
              <a:t>onclick</a:t>
            </a:r>
            <a:r>
              <a:rPr sz="1700" b="0">
                <a:solidFill>
                  <a:srgbClr val="000000"/>
                </a:solidFill>
                <a:latin typeface="Menlo" panose="020B0609030804020204"/>
                <a:ea typeface="Menlo" panose="020B0609030804020204"/>
              </a:rPr>
              <a:t> = </a:t>
            </a:r>
            <a:r>
              <a:rPr sz="1700" b="0">
                <a:solidFill>
                  <a:srgbClr val="0000FF"/>
                </a:solidFill>
                <a:latin typeface="Menlo" panose="020B0609030804020204"/>
                <a:ea typeface="Menlo" panose="020B0609030804020204"/>
              </a:rPr>
              <a:t>function</a:t>
            </a:r>
            <a:r>
              <a:rPr sz="1700" b="0">
                <a:solidFill>
                  <a:srgbClr val="000000"/>
                </a:solidFill>
                <a:latin typeface="Menlo" panose="020B0609030804020204"/>
                <a:ea typeface="Menlo" panose="020B0609030804020204"/>
              </a:rPr>
              <a:t>() {</a:t>
            </a:r>
            <a:endParaRPr sz="17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0000FF"/>
                </a:solidFill>
                <a:latin typeface="Menlo" panose="020B0609030804020204"/>
                <a:ea typeface="Menlo" panose="020B0609030804020204"/>
              </a:rPr>
              <a:t>var</a:t>
            </a:r>
            <a:r>
              <a:rPr sz="1700" b="0">
                <a:solidFill>
                  <a:srgbClr val="000000"/>
                </a:solidFill>
                <a:latin typeface="Menlo" panose="020B0609030804020204"/>
                <a:ea typeface="Menlo" panose="020B0609030804020204"/>
              </a:rPr>
              <a:t> </a:t>
            </a:r>
            <a:r>
              <a:rPr sz="1700" b="0">
                <a:solidFill>
                  <a:srgbClr val="001080"/>
                </a:solidFill>
                <a:latin typeface="Menlo" panose="020B0609030804020204"/>
                <a:ea typeface="Menlo" panose="020B0609030804020204"/>
              </a:rPr>
              <a:t>box2</a:t>
            </a:r>
            <a:r>
              <a:rPr sz="1700" b="0">
                <a:solidFill>
                  <a:srgbClr val="000000"/>
                </a:solidFill>
                <a:latin typeface="Menlo" panose="020B0609030804020204"/>
                <a:ea typeface="Menlo" panose="020B0609030804020204"/>
              </a:rPr>
              <a:t> = </a:t>
            </a:r>
            <a:r>
              <a:rPr sz="1700" b="0">
                <a:solidFill>
                  <a:srgbClr val="001080"/>
                </a:solidFill>
                <a:latin typeface="Menlo" panose="020B0609030804020204"/>
                <a:ea typeface="Menlo" panose="020B0609030804020204"/>
              </a:rPr>
              <a:t>document</a:t>
            </a:r>
            <a:r>
              <a:rPr sz="1700" b="0">
                <a:solidFill>
                  <a:srgbClr val="000000"/>
                </a:solidFill>
                <a:latin typeface="Menlo" panose="020B0609030804020204"/>
                <a:ea typeface="Menlo" panose="020B0609030804020204"/>
              </a:rPr>
              <a:t>.</a:t>
            </a:r>
            <a:r>
              <a:rPr sz="1700" b="0">
                <a:solidFill>
                  <a:srgbClr val="795E26"/>
                </a:solidFill>
                <a:latin typeface="Menlo" panose="020B0609030804020204"/>
                <a:ea typeface="Menlo" panose="020B0609030804020204"/>
              </a:rPr>
              <a:t>getElementById</a:t>
            </a:r>
            <a:r>
              <a:rPr sz="1700" b="0">
                <a:solidFill>
                  <a:srgbClr val="000000"/>
                </a:solidFill>
                <a:latin typeface="Menlo" panose="020B0609030804020204"/>
                <a:ea typeface="Menlo" panose="020B0609030804020204"/>
              </a:rPr>
              <a:t>(</a:t>
            </a:r>
            <a:r>
              <a:rPr sz="1700" b="0">
                <a:solidFill>
                  <a:srgbClr val="A31515"/>
                </a:solidFill>
                <a:latin typeface="Menlo" panose="020B0609030804020204"/>
                <a:ea typeface="Menlo" panose="020B0609030804020204"/>
              </a:rPr>
              <a:t>'box2'</a:t>
            </a:r>
            <a:r>
              <a:rPr sz="1700" b="0">
                <a:solidFill>
                  <a:srgbClr val="000000"/>
                </a:solidFill>
                <a:latin typeface="Menlo" panose="020B0609030804020204"/>
                <a:ea typeface="Menlo" panose="020B0609030804020204"/>
              </a:rPr>
              <a:t>);</a:t>
            </a:r>
            <a:endParaRPr sz="17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0000FF"/>
                </a:solidFill>
                <a:latin typeface="Menlo" panose="020B0609030804020204"/>
                <a:ea typeface="Menlo" panose="020B0609030804020204"/>
              </a:rPr>
              <a:t>var</a:t>
            </a:r>
            <a:r>
              <a:rPr sz="1700" b="0">
                <a:solidFill>
                  <a:srgbClr val="000000"/>
                </a:solidFill>
                <a:latin typeface="Menlo" panose="020B0609030804020204"/>
                <a:ea typeface="Menlo" panose="020B0609030804020204"/>
              </a:rPr>
              <a:t> </a:t>
            </a:r>
            <a:r>
              <a:rPr sz="1700" b="0">
                <a:solidFill>
                  <a:srgbClr val="001080"/>
                </a:solidFill>
                <a:latin typeface="Menlo" panose="020B0609030804020204"/>
                <a:ea typeface="Menlo" panose="020B0609030804020204"/>
              </a:rPr>
              <a:t>container</a:t>
            </a:r>
            <a:r>
              <a:rPr sz="1700" b="0">
                <a:solidFill>
                  <a:srgbClr val="000000"/>
                </a:solidFill>
                <a:latin typeface="Menlo" panose="020B0609030804020204"/>
                <a:ea typeface="Menlo" panose="020B0609030804020204"/>
              </a:rPr>
              <a:t> = </a:t>
            </a:r>
            <a:r>
              <a:rPr sz="1700" b="0">
                <a:solidFill>
                  <a:srgbClr val="001080"/>
                </a:solidFill>
                <a:latin typeface="Menlo" panose="020B0609030804020204"/>
                <a:ea typeface="Menlo" panose="020B0609030804020204"/>
              </a:rPr>
              <a:t>document</a:t>
            </a:r>
            <a:r>
              <a:rPr sz="1700" b="0">
                <a:solidFill>
                  <a:srgbClr val="000000"/>
                </a:solidFill>
                <a:latin typeface="Menlo" panose="020B0609030804020204"/>
                <a:ea typeface="Menlo" panose="020B0609030804020204"/>
              </a:rPr>
              <a:t>.</a:t>
            </a:r>
            <a:r>
              <a:rPr sz="1700" b="0">
                <a:solidFill>
                  <a:srgbClr val="795E26"/>
                </a:solidFill>
                <a:latin typeface="Menlo" panose="020B0609030804020204"/>
                <a:ea typeface="Menlo" panose="020B0609030804020204"/>
              </a:rPr>
              <a:t>querySelector</a:t>
            </a:r>
            <a:r>
              <a:rPr sz="1700" b="0">
                <a:solidFill>
                  <a:srgbClr val="000000"/>
                </a:solidFill>
                <a:latin typeface="Menlo" panose="020B0609030804020204"/>
                <a:ea typeface="Menlo" panose="020B0609030804020204"/>
              </a:rPr>
              <a:t>(</a:t>
            </a:r>
            <a:r>
              <a:rPr sz="1700" b="0">
                <a:solidFill>
                  <a:srgbClr val="A31515"/>
                </a:solidFill>
                <a:latin typeface="Menlo" panose="020B0609030804020204"/>
                <a:ea typeface="Menlo" panose="020B0609030804020204"/>
              </a:rPr>
              <a:t>'.container'</a:t>
            </a:r>
            <a:r>
              <a:rPr sz="1700" b="0">
                <a:solidFill>
                  <a:srgbClr val="000000"/>
                </a:solidFill>
                <a:latin typeface="Menlo" panose="020B0609030804020204"/>
                <a:ea typeface="Menlo" panose="020B0609030804020204"/>
              </a:rPr>
              <a:t>);</a:t>
            </a:r>
            <a:endParaRPr sz="17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008000"/>
                </a:solidFill>
                <a:latin typeface="Menlo" panose="020B0609030804020204"/>
                <a:ea typeface="Menlo" panose="020B0609030804020204"/>
              </a:rPr>
              <a:t>// Создание нового элемента, который заменит box2</a:t>
            </a:r>
            <a:endParaRPr sz="1700" b="0">
              <a:solidFill>
                <a:srgbClr val="008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0000FF"/>
                </a:solidFill>
                <a:latin typeface="Menlo" panose="020B0609030804020204"/>
                <a:ea typeface="Menlo" panose="020B0609030804020204"/>
              </a:rPr>
              <a:t>var</a:t>
            </a:r>
            <a:r>
              <a:rPr sz="1700" b="0">
                <a:solidFill>
                  <a:srgbClr val="000000"/>
                </a:solidFill>
                <a:latin typeface="Menlo" panose="020B0609030804020204"/>
                <a:ea typeface="Menlo" panose="020B0609030804020204"/>
              </a:rPr>
              <a:t> </a:t>
            </a:r>
            <a:r>
              <a:rPr sz="1700" b="0">
                <a:solidFill>
                  <a:srgbClr val="001080"/>
                </a:solidFill>
                <a:latin typeface="Menlo" panose="020B0609030804020204"/>
                <a:ea typeface="Menlo" panose="020B0609030804020204"/>
              </a:rPr>
              <a:t>newElement</a:t>
            </a:r>
            <a:r>
              <a:rPr sz="1700" b="0">
                <a:solidFill>
                  <a:srgbClr val="000000"/>
                </a:solidFill>
                <a:latin typeface="Menlo" panose="020B0609030804020204"/>
                <a:ea typeface="Menlo" panose="020B0609030804020204"/>
              </a:rPr>
              <a:t> = </a:t>
            </a:r>
            <a:r>
              <a:rPr sz="1700" b="0">
                <a:solidFill>
                  <a:srgbClr val="001080"/>
                </a:solidFill>
                <a:latin typeface="Menlo" panose="020B0609030804020204"/>
                <a:ea typeface="Menlo" panose="020B0609030804020204"/>
              </a:rPr>
              <a:t>document</a:t>
            </a:r>
            <a:r>
              <a:rPr sz="1700" b="0">
                <a:solidFill>
                  <a:srgbClr val="000000"/>
                </a:solidFill>
                <a:latin typeface="Menlo" panose="020B0609030804020204"/>
                <a:ea typeface="Menlo" panose="020B0609030804020204"/>
              </a:rPr>
              <a:t>.</a:t>
            </a:r>
            <a:r>
              <a:rPr sz="1700" b="0">
                <a:solidFill>
                  <a:srgbClr val="795E26"/>
                </a:solidFill>
                <a:latin typeface="Menlo" panose="020B0609030804020204"/>
                <a:ea typeface="Menlo" panose="020B0609030804020204"/>
              </a:rPr>
              <a:t>createElement</a:t>
            </a:r>
            <a:r>
              <a:rPr sz="1700" b="0">
                <a:solidFill>
                  <a:srgbClr val="000000"/>
                </a:solidFill>
                <a:latin typeface="Menlo" panose="020B0609030804020204"/>
                <a:ea typeface="Menlo" panose="020B0609030804020204"/>
              </a:rPr>
              <a:t>(</a:t>
            </a:r>
            <a:r>
              <a:rPr sz="1700" b="0">
                <a:solidFill>
                  <a:srgbClr val="A31515"/>
                </a:solidFill>
                <a:latin typeface="Menlo" panose="020B0609030804020204"/>
                <a:ea typeface="Menlo" panose="020B0609030804020204"/>
              </a:rPr>
              <a:t>'div'</a:t>
            </a:r>
            <a:r>
              <a:rPr sz="1700" b="0">
                <a:solidFill>
                  <a:srgbClr val="000000"/>
                </a:solidFill>
                <a:latin typeface="Menlo" panose="020B0609030804020204"/>
                <a:ea typeface="Menlo" panose="020B0609030804020204"/>
              </a:rPr>
              <a:t>);</a:t>
            </a:r>
            <a:endParaRPr sz="17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001080"/>
                </a:solidFill>
                <a:latin typeface="Menlo" panose="020B0609030804020204"/>
                <a:ea typeface="Menlo" panose="020B0609030804020204"/>
              </a:rPr>
              <a:t>newElement</a:t>
            </a:r>
            <a:r>
              <a:rPr sz="1700" b="0">
                <a:solidFill>
                  <a:srgbClr val="000000"/>
                </a:solidFill>
                <a:latin typeface="Menlo" panose="020B0609030804020204"/>
                <a:ea typeface="Menlo" panose="020B0609030804020204"/>
              </a:rPr>
              <a:t>.</a:t>
            </a:r>
            <a:r>
              <a:rPr sz="1700" b="0">
                <a:solidFill>
                  <a:srgbClr val="001080"/>
                </a:solidFill>
                <a:latin typeface="Menlo" panose="020B0609030804020204"/>
                <a:ea typeface="Menlo" panose="020B0609030804020204"/>
              </a:rPr>
              <a:t>className</a:t>
            </a:r>
            <a:r>
              <a:rPr sz="1700" b="0">
                <a:solidFill>
                  <a:srgbClr val="000000"/>
                </a:solidFill>
                <a:latin typeface="Menlo" panose="020B0609030804020204"/>
                <a:ea typeface="Menlo" panose="020B0609030804020204"/>
              </a:rPr>
              <a:t> = </a:t>
            </a:r>
            <a:r>
              <a:rPr sz="1700" b="0">
                <a:solidFill>
                  <a:srgbClr val="A31515"/>
                </a:solidFill>
                <a:latin typeface="Menlo" panose="020B0609030804020204"/>
                <a:ea typeface="Menlo" panose="020B0609030804020204"/>
              </a:rPr>
              <a:t>'box'</a:t>
            </a:r>
            <a:r>
              <a:rPr sz="1700" b="0">
                <a:solidFill>
                  <a:srgbClr val="000000"/>
                </a:solidFill>
                <a:latin typeface="Menlo" panose="020B0609030804020204"/>
                <a:ea typeface="Menlo" panose="020B0609030804020204"/>
              </a:rPr>
              <a:t>;</a:t>
            </a:r>
            <a:endParaRPr sz="17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001080"/>
                </a:solidFill>
                <a:latin typeface="Menlo" panose="020B0609030804020204"/>
                <a:ea typeface="Menlo" panose="020B0609030804020204"/>
              </a:rPr>
              <a:t>newElement</a:t>
            </a:r>
            <a:r>
              <a:rPr sz="1700" b="0">
                <a:solidFill>
                  <a:srgbClr val="000000"/>
                </a:solidFill>
                <a:latin typeface="Menlo" panose="020B0609030804020204"/>
                <a:ea typeface="Menlo" panose="020B0609030804020204"/>
              </a:rPr>
              <a:t>.</a:t>
            </a:r>
            <a:r>
              <a:rPr sz="1700" b="0">
                <a:solidFill>
                  <a:srgbClr val="001080"/>
                </a:solidFill>
                <a:latin typeface="Menlo" panose="020B0609030804020204"/>
                <a:ea typeface="Menlo" panose="020B0609030804020204"/>
              </a:rPr>
              <a:t>textContent</a:t>
            </a:r>
            <a:r>
              <a:rPr sz="1700" b="0">
                <a:solidFill>
                  <a:srgbClr val="000000"/>
                </a:solidFill>
                <a:latin typeface="Menlo" panose="020B0609030804020204"/>
                <a:ea typeface="Menlo" panose="020B0609030804020204"/>
              </a:rPr>
              <a:t> = </a:t>
            </a:r>
            <a:r>
              <a:rPr sz="1700" b="0">
                <a:solidFill>
                  <a:srgbClr val="A31515"/>
                </a:solidFill>
                <a:latin typeface="Menlo" panose="020B0609030804020204"/>
                <a:ea typeface="Menlo" panose="020B0609030804020204"/>
              </a:rPr>
              <a:t>'Новый элемент вместо Элемента 2'</a:t>
            </a:r>
            <a:r>
              <a:rPr sz="1700" b="0">
                <a:solidFill>
                  <a:srgbClr val="000000"/>
                </a:solidFill>
                <a:latin typeface="Menlo" panose="020B0609030804020204"/>
                <a:ea typeface="Menlo" panose="020B0609030804020204"/>
              </a:rPr>
              <a:t>;</a:t>
            </a:r>
            <a:endParaRPr sz="17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008000"/>
                </a:solidFill>
                <a:latin typeface="Menlo" panose="020B0609030804020204"/>
                <a:ea typeface="Menlo" panose="020B0609030804020204"/>
              </a:rPr>
              <a:t>// Замена box2 на новый элемент</a:t>
            </a:r>
            <a:endParaRPr sz="1700" b="0">
              <a:solidFill>
                <a:srgbClr val="008000"/>
              </a:solidFill>
              <a:latin typeface="Menlo" panose="020B0609030804020204"/>
              <a:ea typeface="Menlo" panose="020B0609030804020204"/>
            </a:endParaRPr>
          </a:p>
          <a:p>
            <a:pPr marL="457200" lvl="1" indent="0" algn="l" defTabSz="266700">
              <a:lnSpc>
                <a:spcPts val="1800"/>
              </a:lnSpc>
              <a:spcAft>
                <a:spcPct val="0"/>
              </a:spcAft>
            </a:pPr>
            <a:r>
              <a:rPr sz="1700" b="0">
                <a:solidFill>
                  <a:srgbClr val="001080"/>
                </a:solidFill>
                <a:latin typeface="Menlo" panose="020B0609030804020204"/>
                <a:ea typeface="Menlo" panose="020B0609030804020204"/>
              </a:rPr>
              <a:t>container</a:t>
            </a:r>
            <a:r>
              <a:rPr sz="1700" b="0">
                <a:solidFill>
                  <a:srgbClr val="000000"/>
                </a:solidFill>
                <a:latin typeface="Menlo" panose="020B0609030804020204"/>
                <a:ea typeface="Menlo" panose="020B0609030804020204"/>
              </a:rPr>
              <a:t>.</a:t>
            </a:r>
            <a:r>
              <a:rPr sz="1700" b="0">
                <a:solidFill>
                  <a:srgbClr val="795E26"/>
                </a:solidFill>
                <a:latin typeface="Menlo" panose="020B0609030804020204"/>
                <a:ea typeface="Menlo" panose="020B0609030804020204"/>
              </a:rPr>
              <a:t>replaceChild</a:t>
            </a:r>
            <a:r>
              <a:rPr sz="1700" b="0">
                <a:solidFill>
                  <a:srgbClr val="000000"/>
                </a:solidFill>
                <a:latin typeface="Menlo" panose="020B0609030804020204"/>
                <a:ea typeface="Menlo" panose="020B0609030804020204"/>
              </a:rPr>
              <a:t>(</a:t>
            </a:r>
            <a:r>
              <a:rPr sz="1700" b="0">
                <a:solidFill>
                  <a:srgbClr val="001080"/>
                </a:solidFill>
                <a:latin typeface="Menlo" panose="020B0609030804020204"/>
                <a:ea typeface="Menlo" panose="020B0609030804020204"/>
              </a:rPr>
              <a:t>newElement</a:t>
            </a:r>
            <a:r>
              <a:rPr sz="1700" b="0">
                <a:solidFill>
                  <a:srgbClr val="000000"/>
                </a:solidFill>
                <a:latin typeface="Menlo" panose="020B0609030804020204"/>
                <a:ea typeface="Menlo" panose="020B0609030804020204"/>
              </a:rPr>
              <a:t>, </a:t>
            </a:r>
            <a:r>
              <a:rPr sz="1700" b="0">
                <a:solidFill>
                  <a:srgbClr val="001080"/>
                </a:solidFill>
                <a:latin typeface="Menlo" panose="020B0609030804020204"/>
                <a:ea typeface="Menlo" panose="020B0609030804020204"/>
              </a:rPr>
              <a:t>box2</a:t>
            </a:r>
            <a:r>
              <a:rPr sz="1700" b="0">
                <a:solidFill>
                  <a:srgbClr val="000000"/>
                </a:solidFill>
                <a:latin typeface="Menlo" panose="020B0609030804020204"/>
                <a:ea typeface="Menlo" panose="020B0609030804020204"/>
              </a:rPr>
              <a:t>);</a:t>
            </a:r>
            <a:endParaRPr sz="1700" b="0">
              <a:solidFill>
                <a:srgbClr val="000000"/>
              </a:solidFill>
              <a:latin typeface="Menlo" panose="020B0609030804020204"/>
              <a:ea typeface="Menlo" panose="020B0609030804020204"/>
            </a:endParaRPr>
          </a:p>
          <a:p>
            <a:pPr marL="0" indent="0" algn="l" defTabSz="266700">
              <a:lnSpc>
                <a:spcPts val="1800"/>
              </a:lnSpc>
              <a:spcAft>
                <a:spcPct val="0"/>
              </a:spcAft>
            </a:pPr>
            <a:r>
              <a:rPr sz="1700" b="0">
                <a:solidFill>
                  <a:srgbClr val="000000"/>
                </a:solidFill>
                <a:latin typeface="Menlo" panose="020B0609030804020204"/>
                <a:ea typeface="Menlo" panose="020B0609030804020204"/>
              </a:rPr>
              <a:t>}</a:t>
            </a:r>
            <a:endParaRPr sz="1700" b="0">
              <a:solidFill>
                <a:srgbClr val="000000"/>
              </a:solidFill>
              <a:latin typeface="Menlo" panose="020B0609030804020204"/>
              <a:ea typeface="Menlo" panose="020B0609030804020204"/>
            </a:endParaRPr>
          </a:p>
          <a:p>
            <a:pPr marL="0" indent="0" algn="l" defTabSz="266700">
              <a:lnSpc>
                <a:spcPts val="1800"/>
              </a:lnSpc>
              <a:spcAft>
                <a:spcPct val="0"/>
              </a:spcAft>
            </a:pPr>
            <a:r>
              <a:rPr sz="1700" b="0">
                <a:solidFill>
                  <a:srgbClr val="800000"/>
                </a:solidFill>
                <a:latin typeface="Menlo" panose="020B0609030804020204"/>
                <a:ea typeface="Menlo" panose="020B0609030804020204"/>
              </a:rPr>
              <a:t>&lt;/script&gt;</a:t>
            </a:r>
            <a:endParaRPr sz="1700" b="0">
              <a:solidFill>
                <a:srgbClr val="800000"/>
              </a:solidFill>
              <a:latin typeface="Menlo" panose="020B0609030804020204"/>
              <a:ea typeface="Menlo" panose="020B0609030804020204"/>
            </a:endParaRPr>
          </a:p>
          <a:p>
            <a:pPr marL="0" indent="0" algn="l" defTabSz="266700">
              <a:lnSpc>
                <a:spcPts val="1800"/>
              </a:lnSpc>
              <a:spcAft>
                <a:spcPct val="0"/>
              </a:spcAft>
            </a:pPr>
            <a:r>
              <a:rPr sz="1700" b="0">
                <a:solidFill>
                  <a:srgbClr val="800000"/>
                </a:solidFill>
                <a:latin typeface="Menlo" panose="020B0609030804020204"/>
                <a:ea typeface="Menlo" panose="020B0609030804020204"/>
              </a:rPr>
              <a:t>&lt;/body&gt;</a:t>
            </a:r>
            <a:endParaRPr sz="1700" b="0">
              <a:solidFill>
                <a:srgbClr val="800000"/>
              </a:solidFill>
              <a:latin typeface="Menlo" panose="020B0609030804020204"/>
              <a:ea typeface="Menlo" panose="020B06090308040202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48690" y="1576705"/>
            <a:ext cx="4446905" cy="1938020"/>
          </a:xfrm>
          <a:prstGeom prst="rect">
            <a:avLst/>
          </a:prstGeom>
          <a:noFill/>
        </p:spPr>
        <p:txBody>
          <a:bodyPr wrap="square" rtlCol="0">
            <a:spAutoFit/>
          </a:bodyPr>
          <a:p>
            <a:r>
              <a:rPr lang="en-US" sz="2000"/>
              <a:t>Теперь давайте объединим все знания и создадим доску объявлений, которая будет позволять добавлять новые сообщения, удалять их и заменять.</a:t>
            </a:r>
            <a:endParaRPr lang="en-US" sz="2000"/>
          </a:p>
          <a:p>
            <a:endParaRPr lang="en-US" sz="2000"/>
          </a:p>
        </p:txBody>
      </p:sp>
      <p:sp>
        <p:nvSpPr>
          <p:cNvPr id="3" name="Text Box 2"/>
          <p:cNvSpPr txBox="1"/>
          <p:nvPr/>
        </p:nvSpPr>
        <p:spPr>
          <a:xfrm>
            <a:off x="6255385" y="1576705"/>
            <a:ext cx="4446905" cy="1198880"/>
          </a:xfrm>
          <a:prstGeom prst="rect">
            <a:avLst/>
          </a:prstGeom>
          <a:noFill/>
        </p:spPr>
        <p:txBody>
          <a:bodyPr wrap="square" rtlCol="0">
            <a:spAutoFit/>
          </a:bodyPr>
          <a:p>
            <a:r>
              <a:rPr lang="en-US" sz="2400"/>
              <a:t>现在，让我们结合所有的知识，创建一个 公告板，允许添加新消息、删除它们并替换它们。</a:t>
            </a:r>
            <a:endParaRPr lang="en-US" sz="24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11835" y="520065"/>
            <a:ext cx="7859395" cy="645160"/>
          </a:xfrm>
          <a:prstGeom prst="rect">
            <a:avLst/>
          </a:prstGeom>
          <a:noFill/>
        </p:spPr>
        <p:txBody>
          <a:bodyPr wrap="square" rtlCol="0">
            <a:spAutoFit/>
          </a:bodyPr>
          <a:p>
            <a:r>
              <a:rPr lang="en-US"/>
              <a:t>Создадим базовую HTML-структуру.</a:t>
            </a:r>
            <a:endParaRPr lang="en-US"/>
          </a:p>
          <a:p>
            <a:r>
              <a:rPr lang="en-US"/>
              <a:t>我们首先创建网页的基础结构，其中包括消息的容器和添加新消息的按钮。</a:t>
            </a:r>
            <a:endParaRPr lang="en-US"/>
          </a:p>
        </p:txBody>
      </p:sp>
      <p:sp>
        <p:nvSpPr>
          <p:cNvPr id="4" name="Text Box 3"/>
          <p:cNvSpPr txBox="1"/>
          <p:nvPr/>
        </p:nvSpPr>
        <p:spPr>
          <a:xfrm>
            <a:off x="821055" y="1570355"/>
            <a:ext cx="6579235" cy="4492625"/>
          </a:xfrm>
          <a:prstGeom prst="rect">
            <a:avLst/>
          </a:prstGeom>
        </p:spPr>
        <p:txBody>
          <a:bodyPr wrap="square">
            <a:spAutoFit/>
          </a:bodyPr>
          <a:p>
            <a:pPr marL="0" indent="0" algn="l" defTabSz="266700">
              <a:lnSpc>
                <a:spcPts val="1800"/>
              </a:lnSpc>
              <a:spcAft>
                <a:spcPct val="0"/>
              </a:spcAft>
            </a:pPr>
            <a:r>
              <a:rPr sz="1600" b="0">
                <a:solidFill>
                  <a:srgbClr val="800000"/>
                </a:solidFill>
                <a:latin typeface="Menlo" panose="020B0609030804020204"/>
                <a:ea typeface="Menlo" panose="020B0609030804020204"/>
              </a:rPr>
              <a:t>&lt;head&gt;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&lt;meta</a:t>
            </a:r>
            <a:r>
              <a:rPr sz="1600" b="0">
                <a:solidFill>
                  <a:srgbClr val="3B3B3B"/>
                </a:solidFill>
                <a:latin typeface="Menlo" panose="020B0609030804020204"/>
                <a:ea typeface="Menlo" panose="020B0609030804020204"/>
              </a:rPr>
              <a:t> </a:t>
            </a:r>
            <a:r>
              <a:rPr sz="1600" b="0">
                <a:solidFill>
                  <a:srgbClr val="E50000"/>
                </a:solidFill>
                <a:latin typeface="Menlo" panose="020B0609030804020204"/>
                <a:ea typeface="Menlo" panose="020B0609030804020204"/>
              </a:rPr>
              <a:t>charset</a:t>
            </a:r>
            <a:r>
              <a:rPr sz="1600" b="0">
                <a:solidFill>
                  <a:srgbClr val="3B3B3B"/>
                </a:solidFill>
                <a:latin typeface="Menlo" panose="020B0609030804020204"/>
                <a:ea typeface="Menlo" panose="020B0609030804020204"/>
              </a:rPr>
              <a:t>=</a:t>
            </a:r>
            <a:r>
              <a:rPr sz="1600" b="0">
                <a:solidFill>
                  <a:srgbClr val="0000FF"/>
                </a:solidFill>
                <a:latin typeface="Menlo" panose="020B0609030804020204"/>
                <a:ea typeface="Menlo" panose="020B0609030804020204"/>
              </a:rPr>
              <a:t>"UTF-8"</a:t>
            </a:r>
            <a:r>
              <a:rPr sz="1600" b="0">
                <a:solidFill>
                  <a:srgbClr val="800000"/>
                </a:solidFill>
                <a:latin typeface="Menlo" panose="020B0609030804020204"/>
                <a:ea typeface="Menlo" panose="020B0609030804020204"/>
              </a:rPr>
              <a:t>&gt;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&lt;title&gt;</a:t>
            </a:r>
            <a:r>
              <a:rPr sz="1600" b="0">
                <a:solidFill>
                  <a:srgbClr val="3B3B3B"/>
                </a:solidFill>
                <a:latin typeface="Menlo" panose="020B0609030804020204"/>
                <a:ea typeface="Menlo" panose="020B0609030804020204"/>
              </a:rPr>
              <a:t>Доска объявлений</a:t>
            </a:r>
            <a:r>
              <a:rPr sz="1600" b="0">
                <a:solidFill>
                  <a:srgbClr val="800000"/>
                </a:solidFill>
                <a:latin typeface="Menlo" panose="020B0609030804020204"/>
                <a:ea typeface="Menlo" panose="020B0609030804020204"/>
              </a:rPr>
              <a:t>&lt;/title&gt;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&lt;style&gt;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#board</a:t>
            </a:r>
            <a:r>
              <a:rPr sz="1600" b="0">
                <a:solidFill>
                  <a:srgbClr val="000000"/>
                </a:solidFill>
                <a:latin typeface="Menlo" panose="020B0609030804020204"/>
                <a:ea typeface="Menlo" panose="020B0609030804020204"/>
              </a:rPr>
              <a:t> {</a:t>
            </a:r>
            <a:endParaRPr sz="16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E50000"/>
                </a:solidFill>
                <a:latin typeface="Menlo" panose="020B0609030804020204"/>
                <a:ea typeface="Menlo" panose="020B0609030804020204"/>
              </a:rPr>
              <a:t>border</a:t>
            </a:r>
            <a:r>
              <a:rPr sz="1600" b="0">
                <a:solidFill>
                  <a:srgbClr val="000000"/>
                </a:solidFill>
                <a:latin typeface="Menlo" panose="020B0609030804020204"/>
                <a:ea typeface="Menlo" panose="020B0609030804020204"/>
              </a:rPr>
              <a:t>: </a:t>
            </a:r>
            <a:r>
              <a:rPr sz="1600" b="0">
                <a:solidFill>
                  <a:srgbClr val="098658"/>
                </a:solidFill>
                <a:latin typeface="Menlo" panose="020B0609030804020204"/>
                <a:ea typeface="Menlo" panose="020B0609030804020204"/>
              </a:rPr>
              <a:t>1px</a:t>
            </a:r>
            <a:r>
              <a:rPr sz="1600" b="0">
                <a:solidFill>
                  <a:srgbClr val="000000"/>
                </a:solidFill>
                <a:latin typeface="Menlo" panose="020B0609030804020204"/>
                <a:ea typeface="Menlo" panose="020B0609030804020204"/>
              </a:rPr>
              <a:t> </a:t>
            </a:r>
            <a:r>
              <a:rPr sz="1600" b="0">
                <a:solidFill>
                  <a:srgbClr val="0451A5"/>
                </a:solidFill>
                <a:latin typeface="Menlo" panose="020B0609030804020204"/>
                <a:ea typeface="Menlo" panose="020B0609030804020204"/>
              </a:rPr>
              <a:t>solid</a:t>
            </a:r>
            <a:r>
              <a:rPr sz="1600" b="0">
                <a:solidFill>
                  <a:srgbClr val="000000"/>
                </a:solidFill>
                <a:latin typeface="Menlo" panose="020B0609030804020204"/>
                <a:ea typeface="Menlo" panose="020B0609030804020204"/>
              </a:rPr>
              <a:t> </a:t>
            </a:r>
            <a:r>
              <a:rPr sz="1600" b="0">
                <a:solidFill>
                  <a:srgbClr val="0451A5"/>
                </a:solidFill>
                <a:latin typeface="Menlo" panose="020B0609030804020204"/>
                <a:ea typeface="Menlo" panose="020B0609030804020204"/>
              </a:rPr>
              <a:t>#ccc</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E50000"/>
                </a:solidFill>
                <a:latin typeface="Menlo" panose="020B0609030804020204"/>
                <a:ea typeface="Menlo" panose="020B0609030804020204"/>
              </a:rPr>
              <a:t>padding</a:t>
            </a:r>
            <a:r>
              <a:rPr sz="1600" b="0">
                <a:solidFill>
                  <a:srgbClr val="000000"/>
                </a:solidFill>
                <a:latin typeface="Menlo" panose="020B0609030804020204"/>
                <a:ea typeface="Menlo" panose="020B0609030804020204"/>
              </a:rPr>
              <a:t>: </a:t>
            </a:r>
            <a:r>
              <a:rPr sz="1600" b="0">
                <a:solidFill>
                  <a:srgbClr val="098658"/>
                </a:solidFill>
                <a:latin typeface="Menlo" panose="020B0609030804020204"/>
                <a:ea typeface="Menlo" panose="020B0609030804020204"/>
              </a:rPr>
              <a:t>10px</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E50000"/>
                </a:solidFill>
                <a:latin typeface="Menlo" panose="020B0609030804020204"/>
                <a:ea typeface="Menlo" panose="020B0609030804020204"/>
              </a:rPr>
              <a:t>max-width</a:t>
            </a:r>
            <a:r>
              <a:rPr sz="1600" b="0">
                <a:solidFill>
                  <a:srgbClr val="000000"/>
                </a:solidFill>
                <a:latin typeface="Menlo" panose="020B0609030804020204"/>
                <a:ea typeface="Menlo" panose="020B0609030804020204"/>
              </a:rPr>
              <a:t>: </a:t>
            </a:r>
            <a:r>
              <a:rPr sz="1600" b="0">
                <a:solidFill>
                  <a:srgbClr val="098658"/>
                </a:solidFill>
                <a:latin typeface="Menlo" panose="020B0609030804020204"/>
                <a:ea typeface="Menlo" panose="020B0609030804020204"/>
              </a:rPr>
              <a:t>500px</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E50000"/>
                </a:solidFill>
                <a:latin typeface="Menlo" panose="020B0609030804020204"/>
                <a:ea typeface="Menlo" panose="020B0609030804020204"/>
              </a:rPr>
              <a:t>margin</a:t>
            </a:r>
            <a:r>
              <a:rPr sz="1600" b="0">
                <a:solidFill>
                  <a:srgbClr val="000000"/>
                </a:solidFill>
                <a:latin typeface="Menlo" panose="020B0609030804020204"/>
                <a:ea typeface="Menlo" panose="020B0609030804020204"/>
              </a:rPr>
              <a:t>: </a:t>
            </a:r>
            <a:r>
              <a:rPr sz="1600" b="0">
                <a:solidFill>
                  <a:srgbClr val="098658"/>
                </a:solidFill>
                <a:latin typeface="Menlo" panose="020B0609030804020204"/>
                <a:ea typeface="Menlo" panose="020B0609030804020204"/>
              </a:rPr>
              <a:t>0</a:t>
            </a:r>
            <a:r>
              <a:rPr sz="1600" b="0">
                <a:solidFill>
                  <a:srgbClr val="000000"/>
                </a:solidFill>
                <a:latin typeface="Menlo" panose="020B0609030804020204"/>
                <a:ea typeface="Menlo" panose="020B0609030804020204"/>
              </a:rPr>
              <a:t> </a:t>
            </a:r>
            <a:r>
              <a:rPr sz="1600" b="0">
                <a:solidFill>
                  <a:srgbClr val="0451A5"/>
                </a:solidFill>
                <a:latin typeface="Menlo" panose="020B0609030804020204"/>
                <a:ea typeface="Menlo" panose="020B0609030804020204"/>
              </a:rPr>
              <a:t>auto</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0" algn="l" defTabSz="266700">
              <a:lnSpc>
                <a:spcPts val="1800"/>
              </a:lnSpc>
              <a:spcAft>
                <a:spcPct val="0"/>
              </a:spcAft>
            </a:pP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.message</a:t>
            </a:r>
            <a:r>
              <a:rPr sz="1600" b="0">
                <a:solidFill>
                  <a:srgbClr val="000000"/>
                </a:solidFill>
                <a:latin typeface="Menlo" panose="020B0609030804020204"/>
                <a:ea typeface="Menlo" panose="020B0609030804020204"/>
              </a:rPr>
              <a:t> {</a:t>
            </a:r>
            <a:endParaRPr sz="16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E50000"/>
                </a:solidFill>
                <a:latin typeface="Menlo" panose="020B0609030804020204"/>
                <a:ea typeface="Menlo" panose="020B0609030804020204"/>
              </a:rPr>
              <a:t>padding</a:t>
            </a:r>
            <a:r>
              <a:rPr sz="1600" b="0">
                <a:solidFill>
                  <a:srgbClr val="000000"/>
                </a:solidFill>
                <a:latin typeface="Menlo" panose="020B0609030804020204"/>
                <a:ea typeface="Menlo" panose="020B0609030804020204"/>
              </a:rPr>
              <a:t>: </a:t>
            </a:r>
            <a:r>
              <a:rPr sz="1600" b="0">
                <a:solidFill>
                  <a:srgbClr val="098658"/>
                </a:solidFill>
                <a:latin typeface="Menlo" panose="020B0609030804020204"/>
                <a:ea typeface="Menlo" panose="020B0609030804020204"/>
              </a:rPr>
              <a:t>10px</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E50000"/>
                </a:solidFill>
                <a:latin typeface="Menlo" panose="020B0609030804020204"/>
                <a:ea typeface="Menlo" panose="020B0609030804020204"/>
              </a:rPr>
              <a:t>margin</a:t>
            </a:r>
            <a:r>
              <a:rPr sz="1600" b="0">
                <a:solidFill>
                  <a:srgbClr val="000000"/>
                </a:solidFill>
                <a:latin typeface="Menlo" panose="020B0609030804020204"/>
                <a:ea typeface="Menlo" panose="020B0609030804020204"/>
              </a:rPr>
              <a:t>: </a:t>
            </a:r>
            <a:r>
              <a:rPr sz="1600" b="0">
                <a:solidFill>
                  <a:srgbClr val="098658"/>
                </a:solidFill>
                <a:latin typeface="Menlo" panose="020B0609030804020204"/>
                <a:ea typeface="Menlo" panose="020B0609030804020204"/>
              </a:rPr>
              <a:t>10px</a:t>
            </a:r>
            <a:r>
              <a:rPr sz="1600" b="0">
                <a:solidFill>
                  <a:srgbClr val="000000"/>
                </a:solidFill>
                <a:latin typeface="Menlo" panose="020B0609030804020204"/>
                <a:ea typeface="Menlo" panose="020B0609030804020204"/>
              </a:rPr>
              <a:t> </a:t>
            </a:r>
            <a:r>
              <a:rPr sz="1600" b="0">
                <a:solidFill>
                  <a:srgbClr val="098658"/>
                </a:solidFill>
                <a:latin typeface="Menlo" panose="020B0609030804020204"/>
                <a:ea typeface="Menlo" panose="020B0609030804020204"/>
              </a:rPr>
              <a:t>0</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E50000"/>
                </a:solidFill>
                <a:latin typeface="Menlo" panose="020B0609030804020204"/>
                <a:ea typeface="Menlo" panose="020B0609030804020204"/>
              </a:rPr>
              <a:t>border</a:t>
            </a:r>
            <a:r>
              <a:rPr sz="1600" b="0">
                <a:solidFill>
                  <a:srgbClr val="000000"/>
                </a:solidFill>
                <a:latin typeface="Menlo" panose="020B0609030804020204"/>
                <a:ea typeface="Menlo" panose="020B0609030804020204"/>
              </a:rPr>
              <a:t>: </a:t>
            </a:r>
            <a:r>
              <a:rPr sz="1600" b="0">
                <a:solidFill>
                  <a:srgbClr val="098658"/>
                </a:solidFill>
                <a:latin typeface="Menlo" panose="020B0609030804020204"/>
                <a:ea typeface="Menlo" panose="020B0609030804020204"/>
              </a:rPr>
              <a:t>1px</a:t>
            </a:r>
            <a:r>
              <a:rPr sz="1600" b="0">
                <a:solidFill>
                  <a:srgbClr val="000000"/>
                </a:solidFill>
                <a:latin typeface="Menlo" panose="020B0609030804020204"/>
                <a:ea typeface="Menlo" panose="020B0609030804020204"/>
              </a:rPr>
              <a:t> </a:t>
            </a:r>
            <a:r>
              <a:rPr sz="1600" b="0">
                <a:solidFill>
                  <a:srgbClr val="0451A5"/>
                </a:solidFill>
                <a:latin typeface="Menlo" panose="020B0609030804020204"/>
                <a:ea typeface="Menlo" panose="020B0609030804020204"/>
              </a:rPr>
              <a:t>solid</a:t>
            </a:r>
            <a:r>
              <a:rPr sz="1600" b="0">
                <a:solidFill>
                  <a:srgbClr val="000000"/>
                </a:solidFill>
                <a:latin typeface="Menlo" panose="020B0609030804020204"/>
                <a:ea typeface="Menlo" panose="020B0609030804020204"/>
              </a:rPr>
              <a:t> </a:t>
            </a:r>
            <a:r>
              <a:rPr sz="1600" b="0">
                <a:solidFill>
                  <a:srgbClr val="0451A5"/>
                </a:solidFill>
                <a:latin typeface="Menlo" panose="020B0609030804020204"/>
                <a:ea typeface="Menlo" panose="020B0609030804020204"/>
              </a:rPr>
              <a:t>#ddd</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E50000"/>
                </a:solidFill>
                <a:latin typeface="Menlo" panose="020B0609030804020204"/>
                <a:ea typeface="Menlo" panose="020B0609030804020204"/>
              </a:rPr>
              <a:t>display</a:t>
            </a:r>
            <a:r>
              <a:rPr sz="1600" b="0">
                <a:solidFill>
                  <a:srgbClr val="000000"/>
                </a:solidFill>
                <a:latin typeface="Menlo" panose="020B0609030804020204"/>
                <a:ea typeface="Menlo" panose="020B0609030804020204"/>
              </a:rPr>
              <a:t>: </a:t>
            </a:r>
            <a:r>
              <a:rPr sz="1600" b="0">
                <a:solidFill>
                  <a:srgbClr val="0451A5"/>
                </a:solidFill>
                <a:latin typeface="Menlo" panose="020B0609030804020204"/>
                <a:ea typeface="Menlo" panose="020B0609030804020204"/>
              </a:rPr>
              <a:t>flex</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E50000"/>
                </a:solidFill>
                <a:latin typeface="Menlo" panose="020B0609030804020204"/>
                <a:ea typeface="Menlo" panose="020B0609030804020204"/>
              </a:rPr>
              <a:t>justify-content</a:t>
            </a:r>
            <a:r>
              <a:rPr sz="1600" b="0">
                <a:solidFill>
                  <a:srgbClr val="000000"/>
                </a:solidFill>
                <a:latin typeface="Menlo" panose="020B0609030804020204"/>
                <a:ea typeface="Menlo" panose="020B0609030804020204"/>
              </a:rPr>
              <a:t>: </a:t>
            </a:r>
            <a:r>
              <a:rPr sz="1600" b="0">
                <a:solidFill>
                  <a:srgbClr val="0451A5"/>
                </a:solidFill>
                <a:latin typeface="Menlo" panose="020B0609030804020204"/>
                <a:ea typeface="Menlo" panose="020B0609030804020204"/>
              </a:rPr>
              <a:t>space-between</a:t>
            </a: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0" algn="l" defTabSz="266700">
              <a:lnSpc>
                <a:spcPts val="1800"/>
              </a:lnSpc>
              <a:spcAft>
                <a:spcPct val="0"/>
              </a:spcAft>
            </a:pPr>
            <a:r>
              <a:rPr sz="1600" b="0">
                <a:solidFill>
                  <a:srgbClr val="000000"/>
                </a:solidFill>
                <a:latin typeface="Menlo" panose="020B0609030804020204"/>
                <a:ea typeface="Menlo" panose="020B0609030804020204"/>
              </a:rPr>
              <a:t>}</a:t>
            </a:r>
            <a:endParaRPr sz="1600" b="0">
              <a:solidFill>
                <a:srgbClr val="0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&lt;/style&gt;</a:t>
            </a:r>
            <a:endParaRPr sz="1600" b="0">
              <a:solidFill>
                <a:srgbClr val="800000"/>
              </a:solidFill>
              <a:latin typeface="Menlo" panose="020B0609030804020204"/>
              <a:ea typeface="Menlo" panose="020B0609030804020204"/>
            </a:endParaRPr>
          </a:p>
          <a:p>
            <a:pPr marL="0" indent="0" algn="just" defTabSz="266700">
              <a:spcAft>
                <a:spcPct val="0"/>
              </a:spcAft>
            </a:pPr>
            <a:r>
              <a:rPr sz="1600" b="0">
                <a:solidFill>
                  <a:srgbClr val="800000"/>
                </a:solidFill>
                <a:latin typeface="Menlo" panose="020B0609030804020204"/>
                <a:ea typeface="Menlo" panose="020B0609030804020204"/>
              </a:rPr>
              <a:t>&lt;/head&gt;</a:t>
            </a:r>
            <a:endParaRPr sz="1600" b="0">
              <a:solidFill>
                <a:srgbClr val="800000"/>
              </a:solidFill>
              <a:latin typeface="Menlo" panose="020B0609030804020204"/>
              <a:ea typeface="Menlo" panose="020B0609030804020204"/>
            </a:endParaRPr>
          </a:p>
        </p:txBody>
      </p:sp>
      <p:sp>
        <p:nvSpPr>
          <p:cNvPr id="6" name="Text Box 5"/>
          <p:cNvSpPr txBox="1"/>
          <p:nvPr/>
        </p:nvSpPr>
        <p:spPr>
          <a:xfrm>
            <a:off x="6229985" y="1570355"/>
            <a:ext cx="5478145" cy="3467100"/>
          </a:xfrm>
          <a:prstGeom prst="rect">
            <a:avLst/>
          </a:prstGeom>
        </p:spPr>
        <p:txBody>
          <a:bodyPr>
            <a:noAutofit/>
          </a:bodyPr>
          <a:p>
            <a:pPr marL="0" indent="0" algn="l" defTabSz="266700">
              <a:lnSpc>
                <a:spcPts val="1800"/>
              </a:lnSpc>
              <a:spcAft>
                <a:spcPct val="0"/>
              </a:spcAft>
            </a:pPr>
            <a:r>
              <a:rPr sz="1600" b="0">
                <a:solidFill>
                  <a:srgbClr val="800000"/>
                </a:solidFill>
                <a:latin typeface="Menlo" panose="020B0609030804020204"/>
                <a:ea typeface="Menlo" panose="020B0609030804020204"/>
              </a:rPr>
              <a:t>&lt;body&gt;</a:t>
            </a:r>
            <a:endParaRPr sz="1600" b="0">
              <a:solidFill>
                <a:srgbClr val="8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800000"/>
                </a:solidFill>
                <a:latin typeface="Menlo" panose="020B0609030804020204"/>
                <a:ea typeface="Menlo" panose="020B0609030804020204"/>
              </a:rPr>
              <a:t>&lt;div</a:t>
            </a:r>
            <a:r>
              <a:rPr sz="1600" b="0">
                <a:solidFill>
                  <a:srgbClr val="3B3B3B"/>
                </a:solidFill>
                <a:latin typeface="Menlo" panose="020B0609030804020204"/>
                <a:ea typeface="Menlo" panose="020B0609030804020204"/>
              </a:rPr>
              <a:t> </a:t>
            </a:r>
            <a:r>
              <a:rPr sz="1600" b="0">
                <a:solidFill>
                  <a:srgbClr val="E50000"/>
                </a:solidFill>
                <a:latin typeface="Menlo" panose="020B0609030804020204"/>
                <a:ea typeface="Menlo" panose="020B0609030804020204"/>
              </a:rPr>
              <a:t>id</a:t>
            </a:r>
            <a:r>
              <a:rPr sz="1600" b="0">
                <a:solidFill>
                  <a:srgbClr val="3B3B3B"/>
                </a:solidFill>
                <a:latin typeface="Menlo" panose="020B0609030804020204"/>
                <a:ea typeface="Menlo" panose="020B0609030804020204"/>
              </a:rPr>
              <a:t>=</a:t>
            </a:r>
            <a:r>
              <a:rPr sz="1600" b="0">
                <a:solidFill>
                  <a:srgbClr val="0000FF"/>
                </a:solidFill>
                <a:latin typeface="Menlo" panose="020B0609030804020204"/>
                <a:ea typeface="Menlo" panose="020B0609030804020204"/>
              </a:rPr>
              <a:t>"board"</a:t>
            </a:r>
            <a:r>
              <a:rPr sz="1600" b="0">
                <a:solidFill>
                  <a:srgbClr val="800000"/>
                </a:solidFill>
                <a:latin typeface="Menlo" panose="020B0609030804020204"/>
                <a:ea typeface="Menlo" panose="020B0609030804020204"/>
              </a:rPr>
              <a:t>&gt;</a:t>
            </a:r>
            <a:endParaRPr sz="1600" b="0">
              <a:solidFill>
                <a:srgbClr val="8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800000"/>
                </a:solidFill>
                <a:latin typeface="Menlo" panose="020B0609030804020204"/>
                <a:ea typeface="Menlo" panose="020B0609030804020204"/>
              </a:rPr>
              <a:t>&lt;h2&gt;</a:t>
            </a:r>
            <a:r>
              <a:rPr sz="1600" b="0">
                <a:solidFill>
                  <a:srgbClr val="3B3B3B"/>
                </a:solidFill>
                <a:latin typeface="Menlo" panose="020B0609030804020204"/>
                <a:ea typeface="Menlo" panose="020B0609030804020204"/>
              </a:rPr>
              <a:t>Доска объявлений</a:t>
            </a:r>
            <a:r>
              <a:rPr sz="1600" b="0">
                <a:solidFill>
                  <a:srgbClr val="800000"/>
                </a:solidFill>
                <a:latin typeface="Menlo" panose="020B0609030804020204"/>
                <a:ea typeface="Menlo" panose="020B0609030804020204"/>
              </a:rPr>
              <a:t>&lt;/h2&gt;</a:t>
            </a:r>
            <a:endParaRPr sz="1600" b="0">
              <a:solidFill>
                <a:srgbClr val="8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800000"/>
                </a:solidFill>
                <a:latin typeface="Menlo" panose="020B0609030804020204"/>
                <a:ea typeface="Menlo" panose="020B0609030804020204"/>
              </a:rPr>
              <a:t>&lt;button</a:t>
            </a:r>
            <a:r>
              <a:rPr sz="1600" b="0">
                <a:solidFill>
                  <a:srgbClr val="3B3B3B"/>
                </a:solidFill>
                <a:latin typeface="Menlo" panose="020B0609030804020204"/>
                <a:ea typeface="Menlo" panose="020B0609030804020204"/>
              </a:rPr>
              <a:t> </a:t>
            </a:r>
            <a:r>
              <a:rPr sz="1600" b="0">
                <a:solidFill>
                  <a:srgbClr val="E50000"/>
                </a:solidFill>
                <a:latin typeface="Menlo" panose="020B0609030804020204"/>
                <a:ea typeface="Menlo" panose="020B0609030804020204"/>
              </a:rPr>
              <a:t>id</a:t>
            </a:r>
            <a:r>
              <a:rPr sz="1600" b="0">
                <a:solidFill>
                  <a:srgbClr val="3B3B3B"/>
                </a:solidFill>
                <a:latin typeface="Menlo" panose="020B0609030804020204"/>
                <a:ea typeface="Menlo" panose="020B0609030804020204"/>
              </a:rPr>
              <a:t>=</a:t>
            </a:r>
            <a:r>
              <a:rPr sz="1600" b="0">
                <a:solidFill>
                  <a:srgbClr val="0000FF"/>
                </a:solidFill>
                <a:latin typeface="Menlo" panose="020B0609030804020204"/>
                <a:ea typeface="Menlo" panose="020B0609030804020204"/>
              </a:rPr>
              <a:t>"addMessage"</a:t>
            </a:r>
            <a:r>
              <a:rPr sz="1600" b="0">
                <a:solidFill>
                  <a:srgbClr val="800000"/>
                </a:solidFill>
                <a:latin typeface="Menlo" panose="020B0609030804020204"/>
                <a:ea typeface="Menlo" panose="020B0609030804020204"/>
              </a:rPr>
              <a:t>&gt;</a:t>
            </a:r>
            <a:endParaRPr sz="1600" b="0">
              <a:solidFill>
                <a:srgbClr val="800000"/>
              </a:solidFill>
              <a:latin typeface="Menlo" panose="020B0609030804020204"/>
              <a:ea typeface="Menlo" panose="020B0609030804020204"/>
            </a:endParaRPr>
          </a:p>
          <a:p>
            <a:pPr marL="457200" lvl="1" indent="457200" algn="l" defTabSz="266700">
              <a:lnSpc>
                <a:spcPts val="1800"/>
              </a:lnSpc>
              <a:spcAft>
                <a:spcPct val="0"/>
              </a:spcAft>
            </a:pPr>
            <a:r>
              <a:rPr sz="1600" b="0">
                <a:solidFill>
                  <a:srgbClr val="3B3B3B"/>
                </a:solidFill>
                <a:latin typeface="Menlo" panose="020B0609030804020204"/>
                <a:ea typeface="Menlo" panose="020B0609030804020204"/>
              </a:rPr>
              <a:t>Добавить сообщение</a:t>
            </a:r>
            <a:endParaRPr sz="1600" b="0">
              <a:solidFill>
                <a:srgbClr val="3B3B3B"/>
              </a:solidFill>
              <a:latin typeface="Menlo" panose="020B0609030804020204"/>
              <a:ea typeface="Menlo" panose="020B0609030804020204"/>
            </a:endParaRPr>
          </a:p>
          <a:p>
            <a:pPr marL="457200" lvl="1" indent="457200" algn="l" defTabSz="266700">
              <a:lnSpc>
                <a:spcPts val="1800"/>
              </a:lnSpc>
              <a:spcAft>
                <a:spcPct val="0"/>
              </a:spcAft>
            </a:pPr>
            <a:r>
              <a:rPr sz="1600" b="0">
                <a:solidFill>
                  <a:srgbClr val="800000"/>
                </a:solidFill>
                <a:latin typeface="Menlo" panose="020B0609030804020204"/>
                <a:ea typeface="Menlo" panose="020B0609030804020204"/>
              </a:rPr>
              <a:t>&lt;/button&gt;</a:t>
            </a:r>
            <a:endParaRPr sz="1600" b="0">
              <a:solidFill>
                <a:srgbClr val="8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800000"/>
                </a:solidFill>
                <a:latin typeface="Menlo" panose="020B0609030804020204"/>
                <a:ea typeface="Menlo" panose="020B0609030804020204"/>
              </a:rPr>
              <a:t>&lt;div</a:t>
            </a:r>
            <a:r>
              <a:rPr sz="1600" b="0">
                <a:solidFill>
                  <a:srgbClr val="3B3B3B"/>
                </a:solidFill>
                <a:latin typeface="Menlo" panose="020B0609030804020204"/>
                <a:ea typeface="Menlo" panose="020B0609030804020204"/>
              </a:rPr>
              <a:t> </a:t>
            </a:r>
            <a:r>
              <a:rPr sz="1600" b="0">
                <a:solidFill>
                  <a:srgbClr val="E50000"/>
                </a:solidFill>
                <a:latin typeface="Menlo" panose="020B0609030804020204"/>
                <a:ea typeface="Menlo" panose="020B0609030804020204"/>
              </a:rPr>
              <a:t>id</a:t>
            </a:r>
            <a:r>
              <a:rPr sz="1600" b="0">
                <a:solidFill>
                  <a:srgbClr val="3B3B3B"/>
                </a:solidFill>
                <a:latin typeface="Menlo" panose="020B0609030804020204"/>
                <a:ea typeface="Menlo" panose="020B0609030804020204"/>
              </a:rPr>
              <a:t>=</a:t>
            </a:r>
            <a:r>
              <a:rPr sz="1600" b="0">
                <a:solidFill>
                  <a:srgbClr val="0000FF"/>
                </a:solidFill>
                <a:latin typeface="Menlo" panose="020B0609030804020204"/>
                <a:ea typeface="Menlo" panose="020B0609030804020204"/>
              </a:rPr>
              <a:t>"messages"</a:t>
            </a:r>
            <a:r>
              <a:rPr sz="1600" b="0">
                <a:solidFill>
                  <a:srgbClr val="800000"/>
                </a:solidFill>
                <a:latin typeface="Menlo" panose="020B0609030804020204"/>
                <a:ea typeface="Menlo" panose="020B0609030804020204"/>
              </a:rPr>
              <a:t>&gt;&lt;/div&gt;</a:t>
            </a:r>
            <a:endParaRPr sz="1600" b="0">
              <a:solidFill>
                <a:srgbClr val="8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800000"/>
                </a:solidFill>
                <a:latin typeface="Menlo" panose="020B0609030804020204"/>
                <a:ea typeface="Menlo" panose="020B0609030804020204"/>
              </a:rPr>
              <a:t>&lt;/div&gt;</a:t>
            </a:r>
            <a:endParaRPr sz="1600" b="0">
              <a:solidFill>
                <a:srgbClr val="800000"/>
              </a:solidFill>
              <a:latin typeface="Menlo" panose="020B0609030804020204"/>
              <a:ea typeface="Menlo" panose="020B0609030804020204"/>
            </a:endParaRPr>
          </a:p>
          <a:p>
            <a:pPr marL="457200" lvl="1" indent="0" algn="l" defTabSz="266700">
              <a:lnSpc>
                <a:spcPts val="1800"/>
              </a:lnSpc>
              <a:spcAft>
                <a:spcPct val="0"/>
              </a:spcAft>
            </a:pPr>
            <a:endParaRPr sz="1600" b="0">
              <a:solidFill>
                <a:srgbClr val="8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008000"/>
                </a:solidFill>
                <a:latin typeface="Menlo" panose="020B0609030804020204"/>
                <a:ea typeface="Menlo" panose="020B0609030804020204"/>
              </a:rPr>
              <a:t>// Код будет добавлен в следующих шагах</a:t>
            </a:r>
            <a:endParaRPr sz="1600" b="0">
              <a:solidFill>
                <a:srgbClr val="008000"/>
              </a:solidFill>
              <a:latin typeface="Menlo" panose="020B0609030804020204"/>
              <a:ea typeface="Menlo" panose="020B0609030804020204"/>
            </a:endParaRPr>
          </a:p>
          <a:p>
            <a:pPr marL="457200" lvl="1" indent="0" algn="l" defTabSz="266700">
              <a:lnSpc>
                <a:spcPts val="1800"/>
              </a:lnSpc>
              <a:spcAft>
                <a:spcPct val="0"/>
              </a:spcAft>
            </a:pPr>
            <a:r>
              <a:rPr sz="1600" b="0">
                <a:solidFill>
                  <a:srgbClr val="800000"/>
                </a:solidFill>
                <a:latin typeface="Menlo" panose="020B0609030804020204"/>
                <a:ea typeface="Menlo" panose="020B0609030804020204"/>
              </a:rPr>
              <a:t>&lt;/script&gt;</a:t>
            </a:r>
            <a:endParaRPr sz="1600" b="0">
              <a:solidFill>
                <a:srgbClr val="800000"/>
              </a:solidFill>
              <a:latin typeface="Menlo" panose="020B0609030804020204"/>
              <a:ea typeface="Menlo" panose="020B0609030804020204"/>
            </a:endParaRPr>
          </a:p>
          <a:p>
            <a:pPr marL="0" indent="0" algn="l" defTabSz="266700">
              <a:lnSpc>
                <a:spcPts val="1800"/>
              </a:lnSpc>
              <a:spcAft>
                <a:spcPct val="0"/>
              </a:spcAft>
            </a:pPr>
            <a:r>
              <a:rPr sz="1600" b="0">
                <a:solidFill>
                  <a:srgbClr val="800000"/>
                </a:solidFill>
                <a:latin typeface="Menlo" panose="020B0609030804020204"/>
                <a:ea typeface="Menlo" panose="020B0609030804020204"/>
              </a:rPr>
              <a:t>&lt;/body&gt;</a:t>
            </a:r>
            <a:endParaRPr sz="1600" b="0">
              <a:solidFill>
                <a:srgbClr val="800000"/>
              </a:solidFill>
              <a:latin typeface="Menlo" panose="020B0609030804020204"/>
              <a:ea typeface="Menlo" panose="020B060903080402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29920" y="417830"/>
            <a:ext cx="10890885" cy="1198880"/>
          </a:xfrm>
          <a:prstGeom prst="rect">
            <a:avLst/>
          </a:prstGeom>
          <a:noFill/>
        </p:spPr>
        <p:txBody>
          <a:bodyPr wrap="square" rtlCol="0">
            <a:spAutoFit/>
          </a:bodyPr>
          <a:p>
            <a:r>
              <a:rPr lang="en-US"/>
              <a:t>Чтобы добавить новое сообщение, нам нужно создать новый элемент в DOM, вставить текст, а затем добавить его в список сообщений.</a:t>
            </a:r>
            <a:endParaRPr lang="en-US"/>
          </a:p>
          <a:p>
            <a:endParaRPr lang="en-US"/>
          </a:p>
          <a:p>
            <a:r>
              <a:rPr lang="en-US"/>
              <a:t>为了添加新消息，我们需要在 DOM 中创建一个新的元素，插入文本，然后将其添加到消息列表中。</a:t>
            </a:r>
            <a:endParaRPr lang="en-US"/>
          </a:p>
        </p:txBody>
      </p:sp>
      <p:sp>
        <p:nvSpPr>
          <p:cNvPr id="3" name="Text Box 2"/>
          <p:cNvSpPr txBox="1"/>
          <p:nvPr/>
        </p:nvSpPr>
        <p:spPr>
          <a:xfrm>
            <a:off x="1826895" y="2143125"/>
            <a:ext cx="8538845" cy="4384675"/>
          </a:xfrm>
          <a:prstGeom prst="rect">
            <a:avLst/>
          </a:prstGeom>
        </p:spPr>
        <p:txBody>
          <a:bodyPr wrap="square">
            <a:spAutoFit/>
          </a:bodyPr>
          <a:p>
            <a:pPr marL="0" indent="0" algn="l" defTabSz="266700">
              <a:lnSpc>
                <a:spcPts val="1800"/>
              </a:lnSpc>
              <a:spcAft>
                <a:spcPct val="0"/>
              </a:spcAft>
            </a:pPr>
            <a:r>
              <a:rPr sz="1400" b="0">
                <a:solidFill>
                  <a:srgbClr val="001080"/>
                </a:solidFill>
                <a:latin typeface="Menlo" panose="020B0609030804020204"/>
                <a:ea typeface="Menlo" panose="020B0609030804020204"/>
              </a:rPr>
              <a:t>document</a:t>
            </a:r>
            <a:r>
              <a:rPr sz="1400" b="0">
                <a:solidFill>
                  <a:srgbClr val="000000"/>
                </a:solidFill>
                <a:latin typeface="Menlo" panose="020B0609030804020204"/>
                <a:ea typeface="Menlo" panose="020B0609030804020204"/>
              </a:rPr>
              <a:t>.</a:t>
            </a:r>
            <a:r>
              <a:rPr sz="1400" b="0">
                <a:solidFill>
                  <a:srgbClr val="795E26"/>
                </a:solidFill>
                <a:latin typeface="Menlo" panose="020B0609030804020204"/>
                <a:ea typeface="Menlo" panose="020B0609030804020204"/>
              </a:rPr>
              <a:t>getElementById</a:t>
            </a:r>
            <a:r>
              <a:rPr sz="1400" b="0">
                <a:solidFill>
                  <a:srgbClr val="000000"/>
                </a:solidFill>
                <a:latin typeface="Menlo" panose="020B0609030804020204"/>
                <a:ea typeface="Menlo" panose="020B0609030804020204"/>
              </a:rPr>
              <a:t>(</a:t>
            </a:r>
            <a:r>
              <a:rPr sz="1400" b="0">
                <a:solidFill>
                  <a:srgbClr val="A31515"/>
                </a:solidFill>
                <a:latin typeface="Menlo" panose="020B0609030804020204"/>
                <a:ea typeface="Menlo" panose="020B0609030804020204"/>
              </a:rPr>
              <a:t>"addMessage"</a:t>
            </a:r>
            <a:r>
              <a:rPr sz="1400" b="0">
                <a:solidFill>
                  <a:srgbClr val="000000"/>
                </a:solidFill>
                <a:latin typeface="Menlo" panose="020B0609030804020204"/>
                <a:ea typeface="Menlo" panose="020B0609030804020204"/>
              </a:rPr>
              <a:t>).</a:t>
            </a:r>
            <a:r>
              <a:rPr sz="1400" b="0">
                <a:solidFill>
                  <a:srgbClr val="795E26"/>
                </a:solidFill>
                <a:latin typeface="Menlo" panose="020B0609030804020204"/>
                <a:ea typeface="Menlo" panose="020B0609030804020204"/>
              </a:rPr>
              <a:t>addEventListener</a:t>
            </a:r>
            <a:r>
              <a:rPr sz="1400" b="0">
                <a:solidFill>
                  <a:srgbClr val="000000"/>
                </a:solidFill>
                <a:latin typeface="Menlo" panose="020B0609030804020204"/>
                <a:ea typeface="Menlo" panose="020B0609030804020204"/>
              </a:rPr>
              <a:t>(</a:t>
            </a:r>
            <a:r>
              <a:rPr sz="1400" b="0">
                <a:solidFill>
                  <a:srgbClr val="A31515"/>
                </a:solidFill>
                <a:latin typeface="Menlo" panose="020B0609030804020204"/>
                <a:ea typeface="Menlo" panose="020B0609030804020204"/>
              </a:rPr>
              <a:t>"click"</a:t>
            </a:r>
            <a:r>
              <a:rPr sz="1400" b="0">
                <a:solidFill>
                  <a:srgbClr val="000000"/>
                </a:solidFill>
                <a:latin typeface="Menlo" panose="020B0609030804020204"/>
                <a:ea typeface="Menlo" panose="020B0609030804020204"/>
              </a:rPr>
              <a:t>, </a:t>
            </a:r>
            <a:r>
              <a:rPr sz="1400" b="0">
                <a:solidFill>
                  <a:srgbClr val="0000FF"/>
                </a:solidFill>
                <a:latin typeface="Menlo" panose="020B0609030804020204"/>
                <a:ea typeface="Menlo" panose="020B0609030804020204"/>
              </a:rPr>
              <a:t>function</a:t>
            </a:r>
            <a:r>
              <a:rPr sz="1400" b="0">
                <a:solidFill>
                  <a:srgbClr val="000000"/>
                </a:solidFill>
                <a:latin typeface="Menlo" panose="020B0609030804020204"/>
                <a:ea typeface="Menlo" panose="020B0609030804020204"/>
              </a:rPr>
              <a:t>() {</a:t>
            </a:r>
            <a:endParaRPr sz="14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400" b="0">
                <a:solidFill>
                  <a:srgbClr val="008000"/>
                </a:solidFill>
                <a:latin typeface="Menlo" panose="020B0609030804020204"/>
                <a:ea typeface="Menlo" panose="020B0609030804020204"/>
              </a:rPr>
              <a:t>// Шаг 2.2 - Создание нового сообщения</a:t>
            </a:r>
            <a:endParaRPr sz="1400" b="0">
              <a:solidFill>
                <a:srgbClr val="008000"/>
              </a:solidFill>
              <a:latin typeface="Menlo" panose="020B0609030804020204"/>
              <a:ea typeface="Menlo" panose="020B0609030804020204"/>
            </a:endParaRPr>
          </a:p>
          <a:p>
            <a:pPr marL="457200" lvl="1" indent="0" algn="l" defTabSz="266700">
              <a:lnSpc>
                <a:spcPts val="1800"/>
              </a:lnSpc>
              <a:spcAft>
                <a:spcPct val="0"/>
              </a:spcAft>
            </a:pPr>
            <a:r>
              <a:rPr sz="1400" b="0">
                <a:solidFill>
                  <a:srgbClr val="0000FF"/>
                </a:solidFill>
                <a:latin typeface="Menlo" panose="020B0609030804020204"/>
                <a:ea typeface="Menlo" panose="020B0609030804020204"/>
              </a:rPr>
              <a:t>let</a:t>
            </a:r>
            <a:r>
              <a:rPr sz="1400" b="0">
                <a:solidFill>
                  <a:srgbClr val="000000"/>
                </a:solidFill>
                <a:latin typeface="Menlo" panose="020B0609030804020204"/>
                <a:ea typeface="Menlo" panose="020B0609030804020204"/>
              </a:rPr>
              <a:t> </a:t>
            </a:r>
            <a:r>
              <a:rPr sz="1400" b="0">
                <a:solidFill>
                  <a:srgbClr val="001080"/>
                </a:solidFill>
                <a:latin typeface="Menlo" panose="020B0609030804020204"/>
                <a:ea typeface="Menlo" panose="020B0609030804020204"/>
              </a:rPr>
              <a:t>newMessage</a:t>
            </a:r>
            <a:r>
              <a:rPr sz="1400" b="0">
                <a:solidFill>
                  <a:srgbClr val="000000"/>
                </a:solidFill>
                <a:latin typeface="Menlo" panose="020B0609030804020204"/>
                <a:ea typeface="Menlo" panose="020B0609030804020204"/>
              </a:rPr>
              <a:t> = </a:t>
            </a:r>
            <a:r>
              <a:rPr sz="1400" b="0">
                <a:solidFill>
                  <a:srgbClr val="001080"/>
                </a:solidFill>
                <a:latin typeface="Menlo" panose="020B0609030804020204"/>
                <a:ea typeface="Menlo" panose="020B0609030804020204"/>
              </a:rPr>
              <a:t>document</a:t>
            </a:r>
            <a:r>
              <a:rPr sz="1400" b="0">
                <a:solidFill>
                  <a:srgbClr val="000000"/>
                </a:solidFill>
                <a:latin typeface="Menlo" panose="020B0609030804020204"/>
                <a:ea typeface="Menlo" panose="020B0609030804020204"/>
              </a:rPr>
              <a:t>.</a:t>
            </a:r>
            <a:r>
              <a:rPr sz="1400" b="0">
                <a:solidFill>
                  <a:srgbClr val="795E26"/>
                </a:solidFill>
                <a:latin typeface="Menlo" panose="020B0609030804020204"/>
                <a:ea typeface="Menlo" panose="020B0609030804020204"/>
              </a:rPr>
              <a:t>createElement</a:t>
            </a:r>
            <a:r>
              <a:rPr sz="1400" b="0">
                <a:solidFill>
                  <a:srgbClr val="000000"/>
                </a:solidFill>
                <a:latin typeface="Menlo" panose="020B0609030804020204"/>
                <a:ea typeface="Menlo" panose="020B0609030804020204"/>
              </a:rPr>
              <a:t>(</a:t>
            </a:r>
            <a:r>
              <a:rPr sz="1400" b="0">
                <a:solidFill>
                  <a:srgbClr val="A31515"/>
                </a:solidFill>
                <a:latin typeface="Menlo" panose="020B0609030804020204"/>
                <a:ea typeface="Menlo" panose="020B0609030804020204"/>
              </a:rPr>
              <a:t>"div"</a:t>
            </a:r>
            <a:r>
              <a:rPr sz="1400" b="0">
                <a:solidFill>
                  <a:srgbClr val="000000"/>
                </a:solidFill>
                <a:latin typeface="Menlo" panose="020B0609030804020204"/>
                <a:ea typeface="Menlo" panose="020B0609030804020204"/>
              </a:rPr>
              <a:t>);</a:t>
            </a:r>
            <a:endParaRPr sz="14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400" b="0">
                <a:solidFill>
                  <a:srgbClr val="001080"/>
                </a:solidFill>
                <a:latin typeface="Menlo" panose="020B0609030804020204"/>
                <a:ea typeface="Menlo" panose="020B0609030804020204"/>
              </a:rPr>
              <a:t>newMessage</a:t>
            </a:r>
            <a:r>
              <a:rPr sz="1400" b="0">
                <a:solidFill>
                  <a:srgbClr val="000000"/>
                </a:solidFill>
                <a:latin typeface="Menlo" panose="020B0609030804020204"/>
                <a:ea typeface="Menlo" panose="020B0609030804020204"/>
              </a:rPr>
              <a:t>.</a:t>
            </a:r>
            <a:r>
              <a:rPr sz="1400" b="0">
                <a:solidFill>
                  <a:srgbClr val="001080"/>
                </a:solidFill>
                <a:latin typeface="Menlo" panose="020B0609030804020204"/>
                <a:ea typeface="Menlo" panose="020B0609030804020204"/>
              </a:rPr>
              <a:t>className</a:t>
            </a:r>
            <a:r>
              <a:rPr sz="1400" b="0">
                <a:solidFill>
                  <a:srgbClr val="000000"/>
                </a:solidFill>
                <a:latin typeface="Menlo" panose="020B0609030804020204"/>
                <a:ea typeface="Menlo" panose="020B0609030804020204"/>
              </a:rPr>
              <a:t> = </a:t>
            </a:r>
            <a:r>
              <a:rPr sz="1400" b="0">
                <a:solidFill>
                  <a:srgbClr val="A31515"/>
                </a:solidFill>
                <a:latin typeface="Menlo" panose="020B0609030804020204"/>
                <a:ea typeface="Menlo" panose="020B0609030804020204"/>
              </a:rPr>
              <a:t>"message"</a:t>
            </a:r>
            <a:r>
              <a:rPr sz="1400" b="0">
                <a:solidFill>
                  <a:srgbClr val="000000"/>
                </a:solidFill>
                <a:latin typeface="Menlo" panose="020B0609030804020204"/>
                <a:ea typeface="Menlo" panose="020B0609030804020204"/>
              </a:rPr>
              <a:t>;</a:t>
            </a:r>
            <a:endParaRPr sz="14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400" b="0">
                <a:solidFill>
                  <a:srgbClr val="001080"/>
                </a:solidFill>
                <a:latin typeface="Menlo" panose="020B0609030804020204"/>
                <a:ea typeface="Menlo" panose="020B0609030804020204"/>
              </a:rPr>
              <a:t>newMessage</a:t>
            </a:r>
            <a:r>
              <a:rPr sz="1400" b="0">
                <a:solidFill>
                  <a:srgbClr val="000000"/>
                </a:solidFill>
                <a:latin typeface="Menlo" panose="020B0609030804020204"/>
                <a:ea typeface="Menlo" panose="020B0609030804020204"/>
              </a:rPr>
              <a:t>.</a:t>
            </a:r>
            <a:r>
              <a:rPr sz="1400" b="0">
                <a:solidFill>
                  <a:srgbClr val="001080"/>
                </a:solidFill>
                <a:latin typeface="Menlo" panose="020B0609030804020204"/>
                <a:ea typeface="Menlo" panose="020B0609030804020204"/>
              </a:rPr>
              <a:t>textContent</a:t>
            </a:r>
            <a:r>
              <a:rPr sz="1400" b="0">
                <a:solidFill>
                  <a:srgbClr val="000000"/>
                </a:solidFill>
                <a:latin typeface="Menlo" panose="020B0609030804020204"/>
                <a:ea typeface="Menlo" panose="020B0609030804020204"/>
              </a:rPr>
              <a:t> = </a:t>
            </a:r>
            <a:r>
              <a:rPr sz="1400" b="0">
                <a:solidFill>
                  <a:srgbClr val="A31515"/>
                </a:solidFill>
                <a:latin typeface="Menlo" panose="020B0609030804020204"/>
                <a:ea typeface="Menlo" panose="020B0609030804020204"/>
              </a:rPr>
              <a:t>"Новое сообщение на доске."</a:t>
            </a:r>
            <a:r>
              <a:rPr sz="1400" b="0">
                <a:solidFill>
                  <a:srgbClr val="000000"/>
                </a:solidFill>
                <a:latin typeface="Menlo" panose="020B0609030804020204"/>
                <a:ea typeface="Menlo" panose="020B0609030804020204"/>
              </a:rPr>
              <a:t>;</a:t>
            </a:r>
            <a:endParaRPr sz="14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400" b="0">
                <a:solidFill>
                  <a:srgbClr val="3B3B3B"/>
                </a:solidFill>
                <a:latin typeface="Menlo" panose="020B0609030804020204"/>
                <a:ea typeface="Menlo" panose="020B0609030804020204"/>
              </a:rPr>
              <a:t> </a:t>
            </a:r>
            <a:endParaRPr sz="1400" b="0">
              <a:solidFill>
                <a:srgbClr val="3B3B3B"/>
              </a:solidFill>
              <a:latin typeface="Menlo" panose="020B0609030804020204"/>
              <a:ea typeface="Menlo" panose="020B0609030804020204"/>
            </a:endParaRPr>
          </a:p>
          <a:p>
            <a:pPr marL="457200" lvl="1" indent="0" algn="l" defTabSz="266700">
              <a:lnSpc>
                <a:spcPts val="1800"/>
              </a:lnSpc>
              <a:spcAft>
                <a:spcPct val="0"/>
              </a:spcAft>
            </a:pPr>
            <a:r>
              <a:rPr sz="1400" b="0">
                <a:solidFill>
                  <a:srgbClr val="008000"/>
                </a:solidFill>
                <a:latin typeface="Menlo" panose="020B0609030804020204"/>
                <a:ea typeface="Menlo" panose="020B0609030804020204"/>
              </a:rPr>
              <a:t>// Шаг 2.3 - Добавление нового сообщения на страницу</a:t>
            </a:r>
            <a:endParaRPr sz="1400" b="0">
              <a:solidFill>
                <a:srgbClr val="008000"/>
              </a:solidFill>
              <a:latin typeface="Menlo" panose="020B0609030804020204"/>
              <a:ea typeface="Menlo" panose="020B0609030804020204"/>
            </a:endParaRPr>
          </a:p>
          <a:p>
            <a:pPr marL="457200" lvl="1" indent="0" algn="l" defTabSz="266700">
              <a:lnSpc>
                <a:spcPts val="1800"/>
              </a:lnSpc>
              <a:spcAft>
                <a:spcPct val="0"/>
              </a:spcAft>
            </a:pPr>
            <a:r>
              <a:rPr sz="1400" b="0">
                <a:solidFill>
                  <a:srgbClr val="001080"/>
                </a:solidFill>
                <a:latin typeface="Menlo" panose="020B0609030804020204"/>
                <a:ea typeface="Menlo" panose="020B0609030804020204"/>
              </a:rPr>
              <a:t>document</a:t>
            </a:r>
            <a:r>
              <a:rPr sz="1400" b="0">
                <a:solidFill>
                  <a:srgbClr val="000000"/>
                </a:solidFill>
                <a:latin typeface="Menlo" panose="020B0609030804020204"/>
                <a:ea typeface="Menlo" panose="020B0609030804020204"/>
              </a:rPr>
              <a:t>.</a:t>
            </a:r>
            <a:r>
              <a:rPr sz="1400" b="0">
                <a:solidFill>
                  <a:srgbClr val="795E26"/>
                </a:solidFill>
                <a:latin typeface="Menlo" panose="020B0609030804020204"/>
                <a:ea typeface="Menlo" panose="020B0609030804020204"/>
              </a:rPr>
              <a:t>getElementById</a:t>
            </a:r>
            <a:r>
              <a:rPr sz="1400" b="0">
                <a:solidFill>
                  <a:srgbClr val="000000"/>
                </a:solidFill>
                <a:latin typeface="Menlo" panose="020B0609030804020204"/>
                <a:ea typeface="Menlo" panose="020B0609030804020204"/>
              </a:rPr>
              <a:t>(</a:t>
            </a:r>
            <a:r>
              <a:rPr sz="1400" b="0">
                <a:solidFill>
                  <a:srgbClr val="A31515"/>
                </a:solidFill>
                <a:latin typeface="Menlo" panose="020B0609030804020204"/>
                <a:ea typeface="Menlo" panose="020B0609030804020204"/>
              </a:rPr>
              <a:t>"messages"</a:t>
            </a:r>
            <a:r>
              <a:rPr sz="1400" b="0">
                <a:solidFill>
                  <a:srgbClr val="000000"/>
                </a:solidFill>
                <a:latin typeface="Menlo" panose="020B0609030804020204"/>
                <a:ea typeface="Menlo" panose="020B0609030804020204"/>
              </a:rPr>
              <a:t>).</a:t>
            </a:r>
            <a:r>
              <a:rPr sz="1400" b="0">
                <a:solidFill>
                  <a:srgbClr val="795E26"/>
                </a:solidFill>
                <a:latin typeface="Menlo" panose="020B0609030804020204"/>
                <a:ea typeface="Menlo" panose="020B0609030804020204"/>
              </a:rPr>
              <a:t>appendChild</a:t>
            </a:r>
            <a:r>
              <a:rPr sz="1400" b="0">
                <a:solidFill>
                  <a:srgbClr val="000000"/>
                </a:solidFill>
                <a:latin typeface="Menlo" panose="020B0609030804020204"/>
                <a:ea typeface="Menlo" panose="020B0609030804020204"/>
              </a:rPr>
              <a:t>(</a:t>
            </a:r>
            <a:r>
              <a:rPr sz="1400" b="0">
                <a:solidFill>
                  <a:srgbClr val="001080"/>
                </a:solidFill>
                <a:latin typeface="Menlo" panose="020B0609030804020204"/>
                <a:ea typeface="Menlo" panose="020B0609030804020204"/>
              </a:rPr>
              <a:t>newMessage</a:t>
            </a:r>
            <a:r>
              <a:rPr sz="1400" b="0">
                <a:solidFill>
                  <a:srgbClr val="000000"/>
                </a:solidFill>
                <a:latin typeface="Menlo" panose="020B0609030804020204"/>
                <a:ea typeface="Menlo" panose="020B0609030804020204"/>
              </a:rPr>
              <a:t>);</a:t>
            </a:r>
            <a:endParaRPr sz="1400" b="0">
              <a:solidFill>
                <a:srgbClr val="000000"/>
              </a:solidFill>
              <a:latin typeface="Menlo" panose="020B0609030804020204"/>
              <a:ea typeface="Menlo" panose="020B0609030804020204"/>
            </a:endParaRPr>
          </a:p>
          <a:p>
            <a:pPr marL="457200" lvl="1" indent="0" algn="l" defTabSz="266700">
              <a:spcAft>
                <a:spcPct val="0"/>
              </a:spcAft>
            </a:pPr>
            <a:r>
              <a:rPr sz="1200">
                <a:latin typeface="Calibri" panose="020F0502020204030204"/>
                <a:ea typeface="SimSun"/>
              </a:rPr>
              <a:t> </a:t>
            </a:r>
            <a:endParaRPr sz="1200">
              <a:latin typeface="Calibri" panose="020F0502020204030204"/>
              <a:ea typeface="SimSun"/>
            </a:endParaRPr>
          </a:p>
          <a:p>
            <a:pPr marL="457200" lvl="1" indent="0" algn="l" defTabSz="266700">
              <a:lnSpc>
                <a:spcPts val="1800"/>
              </a:lnSpc>
              <a:spcAft>
                <a:spcPct val="0"/>
              </a:spcAft>
            </a:pPr>
            <a:r>
              <a:rPr sz="1400" b="0">
                <a:solidFill>
                  <a:srgbClr val="008000"/>
                </a:solidFill>
                <a:latin typeface="Menlo" panose="020B0609030804020204"/>
                <a:ea typeface="Menlo" panose="020B0609030804020204"/>
              </a:rPr>
              <a:t>// Шаг 2.4 - Создание кнопки удаления</a:t>
            </a:r>
            <a:endParaRPr sz="1400" b="0">
              <a:solidFill>
                <a:srgbClr val="008000"/>
              </a:solidFill>
              <a:latin typeface="Menlo" panose="020B0609030804020204"/>
              <a:ea typeface="Menlo" panose="020B0609030804020204"/>
            </a:endParaRPr>
          </a:p>
          <a:p>
            <a:pPr marL="457200" lvl="1" indent="0" algn="l" defTabSz="266700">
              <a:lnSpc>
                <a:spcPts val="1800"/>
              </a:lnSpc>
              <a:spcAft>
                <a:spcPct val="0"/>
              </a:spcAft>
            </a:pPr>
            <a:r>
              <a:rPr sz="1400" b="0">
                <a:solidFill>
                  <a:srgbClr val="0000FF"/>
                </a:solidFill>
                <a:latin typeface="Menlo" panose="020B0609030804020204"/>
                <a:ea typeface="Menlo" panose="020B0609030804020204"/>
              </a:rPr>
              <a:t>let</a:t>
            </a:r>
            <a:r>
              <a:rPr sz="1400" b="0">
                <a:solidFill>
                  <a:srgbClr val="000000"/>
                </a:solidFill>
                <a:latin typeface="Menlo" panose="020B0609030804020204"/>
                <a:ea typeface="Menlo" panose="020B0609030804020204"/>
              </a:rPr>
              <a:t> </a:t>
            </a:r>
            <a:r>
              <a:rPr sz="1400" b="0">
                <a:solidFill>
                  <a:srgbClr val="001080"/>
                </a:solidFill>
                <a:latin typeface="Menlo" panose="020B0609030804020204"/>
                <a:ea typeface="Menlo" panose="020B0609030804020204"/>
              </a:rPr>
              <a:t>deleteButton</a:t>
            </a:r>
            <a:r>
              <a:rPr sz="1400" b="0">
                <a:solidFill>
                  <a:srgbClr val="000000"/>
                </a:solidFill>
                <a:latin typeface="Menlo" panose="020B0609030804020204"/>
                <a:ea typeface="Menlo" panose="020B0609030804020204"/>
              </a:rPr>
              <a:t> = </a:t>
            </a:r>
            <a:r>
              <a:rPr sz="1400" b="0">
                <a:solidFill>
                  <a:srgbClr val="001080"/>
                </a:solidFill>
                <a:latin typeface="Menlo" panose="020B0609030804020204"/>
                <a:ea typeface="Menlo" panose="020B0609030804020204"/>
              </a:rPr>
              <a:t>document</a:t>
            </a:r>
            <a:r>
              <a:rPr sz="1400" b="0">
                <a:solidFill>
                  <a:srgbClr val="000000"/>
                </a:solidFill>
                <a:latin typeface="Menlo" panose="020B0609030804020204"/>
                <a:ea typeface="Menlo" panose="020B0609030804020204"/>
              </a:rPr>
              <a:t>.</a:t>
            </a:r>
            <a:r>
              <a:rPr sz="1400" b="0">
                <a:solidFill>
                  <a:srgbClr val="795E26"/>
                </a:solidFill>
                <a:latin typeface="Menlo" panose="020B0609030804020204"/>
                <a:ea typeface="Menlo" panose="020B0609030804020204"/>
              </a:rPr>
              <a:t>createElement</a:t>
            </a:r>
            <a:r>
              <a:rPr sz="1400" b="0">
                <a:solidFill>
                  <a:srgbClr val="000000"/>
                </a:solidFill>
                <a:latin typeface="Menlo" panose="020B0609030804020204"/>
                <a:ea typeface="Menlo" panose="020B0609030804020204"/>
              </a:rPr>
              <a:t>(</a:t>
            </a:r>
            <a:r>
              <a:rPr sz="1400" b="0">
                <a:solidFill>
                  <a:srgbClr val="A31515"/>
                </a:solidFill>
                <a:latin typeface="Menlo" panose="020B0609030804020204"/>
                <a:ea typeface="Menlo" panose="020B0609030804020204"/>
              </a:rPr>
              <a:t>"button"</a:t>
            </a:r>
            <a:r>
              <a:rPr sz="1400" b="0">
                <a:solidFill>
                  <a:srgbClr val="000000"/>
                </a:solidFill>
                <a:latin typeface="Menlo" panose="020B0609030804020204"/>
                <a:ea typeface="Menlo" panose="020B0609030804020204"/>
              </a:rPr>
              <a:t>);</a:t>
            </a:r>
            <a:endParaRPr sz="14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400" b="0">
                <a:solidFill>
                  <a:srgbClr val="001080"/>
                </a:solidFill>
                <a:latin typeface="Menlo" panose="020B0609030804020204"/>
                <a:ea typeface="Menlo" panose="020B0609030804020204"/>
              </a:rPr>
              <a:t>deleteButton</a:t>
            </a:r>
            <a:r>
              <a:rPr sz="1400" b="0">
                <a:solidFill>
                  <a:srgbClr val="000000"/>
                </a:solidFill>
                <a:latin typeface="Menlo" panose="020B0609030804020204"/>
                <a:ea typeface="Menlo" panose="020B0609030804020204"/>
              </a:rPr>
              <a:t>.</a:t>
            </a:r>
            <a:r>
              <a:rPr sz="1400" b="0">
                <a:solidFill>
                  <a:srgbClr val="001080"/>
                </a:solidFill>
                <a:latin typeface="Menlo" panose="020B0609030804020204"/>
                <a:ea typeface="Menlo" panose="020B0609030804020204"/>
              </a:rPr>
              <a:t>textContent</a:t>
            </a:r>
            <a:r>
              <a:rPr sz="1400" b="0">
                <a:solidFill>
                  <a:srgbClr val="000000"/>
                </a:solidFill>
                <a:latin typeface="Menlo" panose="020B0609030804020204"/>
                <a:ea typeface="Menlo" panose="020B0609030804020204"/>
              </a:rPr>
              <a:t> = </a:t>
            </a:r>
            <a:r>
              <a:rPr sz="1400" b="0">
                <a:solidFill>
                  <a:srgbClr val="A31515"/>
                </a:solidFill>
                <a:latin typeface="Menlo" panose="020B0609030804020204"/>
                <a:ea typeface="Menlo" panose="020B0609030804020204"/>
              </a:rPr>
              <a:t>"Удалить"</a:t>
            </a:r>
            <a:r>
              <a:rPr sz="1400" b="0">
                <a:solidFill>
                  <a:srgbClr val="000000"/>
                </a:solidFill>
                <a:latin typeface="Menlo" panose="020B0609030804020204"/>
                <a:ea typeface="Menlo" panose="020B0609030804020204"/>
              </a:rPr>
              <a:t>;</a:t>
            </a:r>
            <a:endParaRPr sz="14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400" b="0">
                <a:solidFill>
                  <a:srgbClr val="001080"/>
                </a:solidFill>
                <a:latin typeface="Menlo" panose="020B0609030804020204"/>
                <a:ea typeface="Menlo" panose="020B0609030804020204"/>
              </a:rPr>
              <a:t>deleteButton</a:t>
            </a:r>
            <a:r>
              <a:rPr sz="1400" b="0">
                <a:solidFill>
                  <a:srgbClr val="000000"/>
                </a:solidFill>
                <a:latin typeface="Menlo" panose="020B0609030804020204"/>
                <a:ea typeface="Menlo" panose="020B0609030804020204"/>
              </a:rPr>
              <a:t>.</a:t>
            </a:r>
            <a:r>
              <a:rPr sz="1400" b="0">
                <a:solidFill>
                  <a:srgbClr val="795E26"/>
                </a:solidFill>
                <a:latin typeface="Menlo" panose="020B0609030804020204"/>
                <a:ea typeface="Menlo" panose="020B0609030804020204"/>
              </a:rPr>
              <a:t>addEventListener</a:t>
            </a:r>
            <a:r>
              <a:rPr sz="1400" b="0">
                <a:solidFill>
                  <a:srgbClr val="000000"/>
                </a:solidFill>
                <a:latin typeface="Menlo" panose="020B0609030804020204"/>
                <a:ea typeface="Menlo" panose="020B0609030804020204"/>
              </a:rPr>
              <a:t>(</a:t>
            </a:r>
            <a:r>
              <a:rPr sz="1400" b="0">
                <a:solidFill>
                  <a:srgbClr val="A31515"/>
                </a:solidFill>
                <a:latin typeface="Menlo" panose="020B0609030804020204"/>
                <a:ea typeface="Menlo" panose="020B0609030804020204"/>
              </a:rPr>
              <a:t>"click"</a:t>
            </a:r>
            <a:r>
              <a:rPr sz="1400" b="0">
                <a:solidFill>
                  <a:srgbClr val="000000"/>
                </a:solidFill>
                <a:latin typeface="Menlo" panose="020B0609030804020204"/>
                <a:ea typeface="Menlo" panose="020B0609030804020204"/>
              </a:rPr>
              <a:t>, </a:t>
            </a:r>
            <a:r>
              <a:rPr sz="1400" b="0">
                <a:solidFill>
                  <a:srgbClr val="0000FF"/>
                </a:solidFill>
                <a:latin typeface="Menlo" panose="020B0609030804020204"/>
                <a:ea typeface="Menlo" panose="020B0609030804020204"/>
              </a:rPr>
              <a:t>function</a:t>
            </a:r>
            <a:r>
              <a:rPr sz="1400" b="0">
                <a:solidFill>
                  <a:srgbClr val="000000"/>
                </a:solidFill>
                <a:latin typeface="Menlo" panose="020B0609030804020204"/>
                <a:ea typeface="Menlo" panose="020B0609030804020204"/>
              </a:rPr>
              <a:t>() {</a:t>
            </a:r>
            <a:endParaRPr sz="1400" b="0">
              <a:solidFill>
                <a:srgbClr val="000000"/>
              </a:solidFill>
              <a:latin typeface="Menlo" panose="020B0609030804020204"/>
              <a:ea typeface="Menlo" panose="020B0609030804020204"/>
            </a:endParaRPr>
          </a:p>
          <a:p>
            <a:pPr marL="457200" lvl="1" indent="457200" algn="l" defTabSz="266700">
              <a:lnSpc>
                <a:spcPts val="1800"/>
              </a:lnSpc>
              <a:spcAft>
                <a:spcPct val="0"/>
              </a:spcAft>
            </a:pPr>
            <a:r>
              <a:rPr sz="1400" b="0">
                <a:solidFill>
                  <a:srgbClr val="001080"/>
                </a:solidFill>
                <a:latin typeface="Menlo" panose="020B0609030804020204"/>
                <a:ea typeface="Menlo" panose="020B0609030804020204"/>
              </a:rPr>
              <a:t>newMessage</a:t>
            </a:r>
            <a:r>
              <a:rPr sz="1400" b="0">
                <a:solidFill>
                  <a:srgbClr val="000000"/>
                </a:solidFill>
                <a:latin typeface="Menlo" panose="020B0609030804020204"/>
                <a:ea typeface="Menlo" panose="020B0609030804020204"/>
              </a:rPr>
              <a:t>.</a:t>
            </a:r>
            <a:r>
              <a:rPr sz="1400" b="0">
                <a:solidFill>
                  <a:srgbClr val="795E26"/>
                </a:solidFill>
                <a:latin typeface="Menlo" panose="020B0609030804020204"/>
                <a:ea typeface="Menlo" panose="020B0609030804020204"/>
              </a:rPr>
              <a:t>remove</a:t>
            </a:r>
            <a:r>
              <a:rPr sz="1400" b="0">
                <a:solidFill>
                  <a:srgbClr val="000000"/>
                </a:solidFill>
                <a:latin typeface="Menlo" panose="020B0609030804020204"/>
                <a:ea typeface="Menlo" panose="020B0609030804020204"/>
              </a:rPr>
              <a:t>(); </a:t>
            </a:r>
            <a:r>
              <a:rPr sz="1400" b="0">
                <a:solidFill>
                  <a:srgbClr val="008000"/>
                </a:solidFill>
                <a:latin typeface="Menlo" panose="020B0609030804020204"/>
                <a:ea typeface="Menlo" panose="020B0609030804020204"/>
              </a:rPr>
              <a:t>// Удаление сообщения при нажатии кнопки</a:t>
            </a:r>
            <a:endParaRPr sz="1400" b="0">
              <a:solidFill>
                <a:srgbClr val="008000"/>
              </a:solidFill>
              <a:latin typeface="Menlo" panose="020B0609030804020204"/>
              <a:ea typeface="Menlo" panose="020B0609030804020204"/>
            </a:endParaRPr>
          </a:p>
          <a:p>
            <a:pPr marL="457200" lvl="1" indent="0" algn="l" defTabSz="266700">
              <a:lnSpc>
                <a:spcPts val="1800"/>
              </a:lnSpc>
              <a:spcAft>
                <a:spcPct val="0"/>
              </a:spcAft>
            </a:pPr>
            <a:r>
              <a:rPr sz="1400" b="0">
                <a:solidFill>
                  <a:srgbClr val="000000"/>
                </a:solidFill>
                <a:latin typeface="Menlo" panose="020B0609030804020204"/>
                <a:ea typeface="Menlo" panose="020B0609030804020204"/>
              </a:rPr>
              <a:t>});</a:t>
            </a:r>
            <a:endParaRPr sz="1400" b="0">
              <a:solidFill>
                <a:srgbClr val="000000"/>
              </a:solidFill>
              <a:latin typeface="Menlo" panose="020B0609030804020204"/>
              <a:ea typeface="Menlo" panose="020B0609030804020204"/>
            </a:endParaRPr>
          </a:p>
          <a:p>
            <a:pPr marL="457200" lvl="1" indent="0" algn="l" defTabSz="266700">
              <a:lnSpc>
                <a:spcPts val="1800"/>
              </a:lnSpc>
              <a:spcAft>
                <a:spcPct val="0"/>
              </a:spcAft>
            </a:pPr>
            <a:r>
              <a:rPr sz="1400" b="0">
                <a:solidFill>
                  <a:srgbClr val="001080"/>
                </a:solidFill>
                <a:latin typeface="Menlo" panose="020B0609030804020204"/>
                <a:ea typeface="Menlo" panose="020B0609030804020204"/>
              </a:rPr>
              <a:t>newMessage</a:t>
            </a:r>
            <a:r>
              <a:rPr sz="1400" b="0">
                <a:solidFill>
                  <a:srgbClr val="000000"/>
                </a:solidFill>
                <a:latin typeface="Menlo" panose="020B0609030804020204"/>
                <a:ea typeface="Menlo" panose="020B0609030804020204"/>
              </a:rPr>
              <a:t>.</a:t>
            </a:r>
            <a:r>
              <a:rPr sz="1400" b="0">
                <a:solidFill>
                  <a:srgbClr val="795E26"/>
                </a:solidFill>
                <a:latin typeface="Menlo" panose="020B0609030804020204"/>
                <a:ea typeface="Menlo" panose="020B0609030804020204"/>
              </a:rPr>
              <a:t>appendChild</a:t>
            </a:r>
            <a:r>
              <a:rPr sz="1400" b="0">
                <a:solidFill>
                  <a:srgbClr val="000000"/>
                </a:solidFill>
                <a:latin typeface="Menlo" panose="020B0609030804020204"/>
                <a:ea typeface="Menlo" panose="020B0609030804020204"/>
              </a:rPr>
              <a:t>(</a:t>
            </a:r>
            <a:r>
              <a:rPr sz="1400" b="0">
                <a:solidFill>
                  <a:srgbClr val="001080"/>
                </a:solidFill>
                <a:latin typeface="Menlo" panose="020B0609030804020204"/>
                <a:ea typeface="Menlo" panose="020B0609030804020204"/>
              </a:rPr>
              <a:t>deleteButton</a:t>
            </a:r>
            <a:r>
              <a:rPr sz="1400" b="0">
                <a:solidFill>
                  <a:srgbClr val="000000"/>
                </a:solidFill>
                <a:latin typeface="Menlo" panose="020B0609030804020204"/>
                <a:ea typeface="Menlo" panose="020B0609030804020204"/>
              </a:rPr>
              <a:t>);</a:t>
            </a:r>
            <a:endParaRPr sz="1400" b="0">
              <a:solidFill>
                <a:srgbClr val="000000"/>
              </a:solidFill>
              <a:latin typeface="Menlo" panose="020B0609030804020204"/>
              <a:ea typeface="Menlo" panose="020B0609030804020204"/>
            </a:endParaRPr>
          </a:p>
          <a:p>
            <a:pPr marL="0" indent="0" algn="l" defTabSz="266700">
              <a:lnSpc>
                <a:spcPts val="1800"/>
              </a:lnSpc>
              <a:spcAft>
                <a:spcPct val="0"/>
              </a:spcAft>
            </a:pPr>
            <a:r>
              <a:rPr sz="1400" b="0">
                <a:solidFill>
                  <a:srgbClr val="000000"/>
                </a:solidFill>
                <a:latin typeface="Menlo" panose="020B0609030804020204"/>
                <a:ea typeface="Menlo" panose="020B0609030804020204"/>
              </a:rPr>
              <a:t>});</a:t>
            </a:r>
            <a:endParaRPr sz="1400" b="0">
              <a:solidFill>
                <a:srgbClr val="000000"/>
              </a:solidFill>
              <a:latin typeface="Menlo" panose="020B0609030804020204"/>
              <a:ea typeface="Menlo" panose="020B0609030804020204"/>
            </a:endParaRPr>
          </a:p>
          <a:p>
            <a:pPr marL="0" indent="0" algn="l" defTabSz="266700">
              <a:lnSpc>
                <a:spcPts val="1800"/>
              </a:lnSpc>
              <a:spcAft>
                <a:spcPct val="0"/>
              </a:spcAft>
            </a:pPr>
            <a:r>
              <a:rPr sz="1400" b="0">
                <a:solidFill>
                  <a:srgbClr val="3B3B3B"/>
                </a:solidFill>
                <a:latin typeface="Menlo" panose="020B0609030804020204"/>
                <a:ea typeface="Menlo" panose="020B0609030804020204"/>
              </a:rPr>
              <a:t> </a:t>
            </a:r>
            <a:endParaRPr sz="1400" b="0">
              <a:solidFill>
                <a:srgbClr val="3B3B3B"/>
              </a:solidFill>
              <a:latin typeface="Menlo" panose="020B0609030804020204"/>
              <a:ea typeface="Menlo" panose="020B0609030804020204"/>
            </a:endParaRPr>
          </a:p>
          <a:p>
            <a:pPr marL="0" indent="0" defTabSz="266700">
              <a:spcAft>
                <a:spcPct val="0"/>
              </a:spcAft>
            </a:pPr>
            <a:r>
              <a:rPr sz="1200">
                <a:latin typeface="Calibri" panose="020F0502020204030204"/>
                <a:ea typeface="SimSun"/>
              </a:rPr>
              <a:t> </a:t>
            </a:r>
            <a:endParaRPr sz="1200">
              <a:latin typeface="Calibri" panose="020F0502020204030204"/>
              <a:ea typeface="SimSu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2713355" y="3429000"/>
            <a:ext cx="8007985" cy="798830"/>
          </a:xfrm>
          <a:prstGeom prst="rect">
            <a:avLst/>
          </a:prstGeom>
        </p:spPr>
        <p:txBody>
          <a:bodyPr wrap="square">
            <a:spAutoFit/>
          </a:bodyPr>
          <a:p>
            <a:pPr marL="0" indent="0" algn="l" defTabSz="266700">
              <a:lnSpc>
                <a:spcPts val="1800"/>
              </a:lnSpc>
              <a:spcAft>
                <a:spcPct val="0"/>
              </a:spcAft>
            </a:pPr>
            <a:r>
              <a:rPr sz="1700" b="0">
                <a:solidFill>
                  <a:srgbClr val="0000FF"/>
                </a:solidFill>
                <a:latin typeface="Menlo" panose="020B0609030804020204"/>
                <a:ea typeface="Menlo" panose="020B0609030804020204"/>
              </a:rPr>
              <a:t>const</a:t>
            </a:r>
            <a:r>
              <a:rPr sz="1700" b="0">
                <a:solidFill>
                  <a:srgbClr val="000000"/>
                </a:solidFill>
                <a:latin typeface="Menlo" panose="020B0609030804020204"/>
                <a:ea typeface="Menlo" panose="020B0609030804020204"/>
              </a:rPr>
              <a:t> </a:t>
            </a:r>
            <a:r>
              <a:rPr sz="1700" b="0">
                <a:solidFill>
                  <a:srgbClr val="0070C1"/>
                </a:solidFill>
                <a:latin typeface="Menlo" panose="020B0609030804020204"/>
                <a:ea typeface="Menlo" panose="020B0609030804020204"/>
              </a:rPr>
              <a:t>message</a:t>
            </a:r>
            <a:r>
              <a:rPr sz="1700" b="0">
                <a:solidFill>
                  <a:srgbClr val="000000"/>
                </a:solidFill>
                <a:latin typeface="Menlo" panose="020B0609030804020204"/>
                <a:ea typeface="Menlo" panose="020B0609030804020204"/>
              </a:rPr>
              <a:t> = </a:t>
            </a:r>
            <a:r>
              <a:rPr sz="1700" b="0">
                <a:solidFill>
                  <a:srgbClr val="001080"/>
                </a:solidFill>
                <a:latin typeface="Menlo" panose="020B0609030804020204"/>
                <a:ea typeface="Menlo" panose="020B0609030804020204"/>
              </a:rPr>
              <a:t>document</a:t>
            </a:r>
            <a:r>
              <a:rPr sz="1700" b="0">
                <a:solidFill>
                  <a:srgbClr val="000000"/>
                </a:solidFill>
                <a:latin typeface="Menlo" panose="020B0609030804020204"/>
                <a:ea typeface="Menlo" panose="020B0609030804020204"/>
              </a:rPr>
              <a:t>.</a:t>
            </a:r>
            <a:r>
              <a:rPr sz="1700" b="0">
                <a:solidFill>
                  <a:srgbClr val="795E26"/>
                </a:solidFill>
                <a:latin typeface="Menlo" panose="020B0609030804020204"/>
                <a:ea typeface="Menlo" panose="020B0609030804020204"/>
              </a:rPr>
              <a:t>getElementById</a:t>
            </a:r>
            <a:r>
              <a:rPr sz="1700" b="0">
                <a:solidFill>
                  <a:srgbClr val="000000"/>
                </a:solidFill>
                <a:latin typeface="Menlo" panose="020B0609030804020204"/>
                <a:ea typeface="Menlo" panose="020B0609030804020204"/>
              </a:rPr>
              <a:t>(</a:t>
            </a:r>
            <a:r>
              <a:rPr sz="1700" b="0">
                <a:solidFill>
                  <a:srgbClr val="A31515"/>
                </a:solidFill>
                <a:latin typeface="Menlo" panose="020B0609030804020204"/>
                <a:ea typeface="Menlo" panose="020B0609030804020204"/>
              </a:rPr>
              <a:t>"messsage"</a:t>
            </a:r>
            <a:r>
              <a:rPr sz="1700" b="0">
                <a:solidFill>
                  <a:srgbClr val="000000"/>
                </a:solidFill>
                <a:latin typeface="Menlo" panose="020B0609030804020204"/>
                <a:ea typeface="Menlo" panose="020B0609030804020204"/>
              </a:rPr>
              <a:t>);</a:t>
            </a:r>
            <a:endParaRPr sz="1700" b="0">
              <a:solidFill>
                <a:srgbClr val="000000"/>
              </a:solidFill>
              <a:latin typeface="Menlo" panose="020B0609030804020204"/>
              <a:ea typeface="Menlo" panose="020B0609030804020204"/>
            </a:endParaRPr>
          </a:p>
          <a:p>
            <a:pPr marL="0" indent="0" algn="l" defTabSz="266700">
              <a:lnSpc>
                <a:spcPts val="1800"/>
              </a:lnSpc>
              <a:spcAft>
                <a:spcPct val="0"/>
              </a:spcAft>
            </a:pPr>
            <a:r>
              <a:rPr sz="1700" b="0">
                <a:solidFill>
                  <a:srgbClr val="001080"/>
                </a:solidFill>
                <a:latin typeface="Menlo" panose="020B0609030804020204"/>
                <a:ea typeface="Menlo" panose="020B0609030804020204"/>
              </a:rPr>
              <a:t>newMessage</a:t>
            </a:r>
            <a:r>
              <a:rPr sz="1700" b="0">
                <a:solidFill>
                  <a:srgbClr val="000000"/>
                </a:solidFill>
                <a:latin typeface="Menlo" panose="020B0609030804020204"/>
                <a:ea typeface="Menlo" panose="020B0609030804020204"/>
              </a:rPr>
              <a:t>.</a:t>
            </a:r>
            <a:r>
              <a:rPr sz="1700" b="0">
                <a:solidFill>
                  <a:srgbClr val="001080"/>
                </a:solidFill>
                <a:latin typeface="Menlo" panose="020B0609030804020204"/>
                <a:ea typeface="Menlo" panose="020B0609030804020204"/>
              </a:rPr>
              <a:t>textContent</a:t>
            </a:r>
            <a:r>
              <a:rPr sz="1700" b="0">
                <a:solidFill>
                  <a:srgbClr val="000000"/>
                </a:solidFill>
                <a:latin typeface="Menlo" panose="020B0609030804020204"/>
                <a:ea typeface="Menlo" panose="020B0609030804020204"/>
              </a:rPr>
              <a:t> = </a:t>
            </a:r>
            <a:r>
              <a:rPr sz="1700" b="0">
                <a:solidFill>
                  <a:srgbClr val="0070C1"/>
                </a:solidFill>
                <a:latin typeface="Menlo" panose="020B0609030804020204"/>
                <a:ea typeface="Menlo" panose="020B0609030804020204"/>
              </a:rPr>
              <a:t>message</a:t>
            </a:r>
            <a:r>
              <a:rPr sz="1700" b="0">
                <a:solidFill>
                  <a:srgbClr val="000000"/>
                </a:solidFill>
                <a:latin typeface="Menlo" panose="020B0609030804020204"/>
                <a:ea typeface="Menlo" panose="020B0609030804020204"/>
              </a:rPr>
              <a:t>.</a:t>
            </a:r>
            <a:r>
              <a:rPr sz="1700" b="0">
                <a:solidFill>
                  <a:srgbClr val="001080"/>
                </a:solidFill>
                <a:latin typeface="Menlo" panose="020B0609030804020204"/>
                <a:ea typeface="Menlo" panose="020B0609030804020204"/>
              </a:rPr>
              <a:t>value</a:t>
            </a:r>
            <a:r>
              <a:rPr sz="1700" b="0">
                <a:solidFill>
                  <a:srgbClr val="000000"/>
                </a:solidFill>
                <a:latin typeface="Menlo" panose="020B0609030804020204"/>
                <a:ea typeface="Menlo" panose="020B0609030804020204"/>
              </a:rPr>
              <a:t>;</a:t>
            </a:r>
            <a:endParaRPr sz="1700" b="0">
              <a:solidFill>
                <a:srgbClr val="000000"/>
              </a:solidFill>
              <a:latin typeface="Menlo" panose="020B0609030804020204"/>
              <a:ea typeface="Menlo" panose="020B0609030804020204"/>
            </a:endParaRPr>
          </a:p>
          <a:p>
            <a:pPr marL="0" indent="0" defTabSz="266700">
              <a:spcAft>
                <a:spcPct val="0"/>
              </a:spcAft>
            </a:pPr>
            <a:r>
              <a:rPr sz="1600">
                <a:latin typeface="Calibri" panose="020F0502020204030204"/>
                <a:ea typeface="SimSun"/>
              </a:rPr>
              <a:t> </a:t>
            </a:r>
            <a:endParaRPr sz="1600">
              <a:latin typeface="Calibri" panose="020F0502020204030204"/>
              <a:ea typeface="SimSun"/>
            </a:endParaRPr>
          </a:p>
        </p:txBody>
      </p:sp>
      <p:sp>
        <p:nvSpPr>
          <p:cNvPr id="4" name="Text Box 3"/>
          <p:cNvSpPr txBox="1"/>
          <p:nvPr/>
        </p:nvSpPr>
        <p:spPr>
          <a:xfrm>
            <a:off x="915670" y="918210"/>
            <a:ext cx="4064000" cy="1014730"/>
          </a:xfrm>
          <a:prstGeom prst="rect">
            <a:avLst/>
          </a:prstGeom>
          <a:noFill/>
        </p:spPr>
        <p:txBody>
          <a:bodyPr wrap="square" rtlCol="0">
            <a:spAutoFit/>
          </a:bodyPr>
          <a:p>
            <a:r>
              <a:rPr lang="ru-RU" altLang="en-US" sz="2000"/>
              <a:t>Поле ввода на страницу, чтобы контролировавть текст сообщений на доске.</a:t>
            </a:r>
            <a:endParaRPr lang="ru-RU" altLang="en-US" sz="20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09980" y="1417955"/>
            <a:ext cx="4725670" cy="2861310"/>
          </a:xfrm>
          <a:prstGeom prst="rect">
            <a:avLst/>
          </a:prstGeom>
          <a:noFill/>
        </p:spPr>
        <p:txBody>
          <a:bodyPr wrap="square" rtlCol="0">
            <a:spAutoFit/>
          </a:bodyPr>
          <a:p>
            <a:r>
              <a:rPr lang="en-US"/>
              <a:t>Мы рассмотрели основные операции с DOM, такие как получение, создание, удаление и замена элементов. Эти знания позволяют динамически изменять структуру страницы и взаимодействовать с пользователем. В примере мы использовали методы DOM для реализации доски объявлений, где сообщения можно добавлять, удалять и заменять.</a:t>
            </a:r>
            <a:endParaRPr lang="en-US"/>
          </a:p>
        </p:txBody>
      </p:sp>
      <p:sp>
        <p:nvSpPr>
          <p:cNvPr id="3" name="Text Box 2"/>
          <p:cNvSpPr txBox="1"/>
          <p:nvPr/>
        </p:nvSpPr>
        <p:spPr>
          <a:xfrm>
            <a:off x="6344920" y="1417955"/>
            <a:ext cx="4725670" cy="2676525"/>
          </a:xfrm>
          <a:prstGeom prst="rect">
            <a:avLst/>
          </a:prstGeom>
          <a:noFill/>
        </p:spPr>
        <p:txBody>
          <a:bodyPr wrap="square" rtlCol="0">
            <a:spAutoFit/>
          </a:bodyPr>
          <a:p>
            <a:r>
              <a:rPr lang="en-US" sz="2400"/>
              <a:t>我们学习了基本的 DOM 操作，包括获取、创建、删除和替换元素。这些知识使我们能够动态地修改页面结构并与用户进行交互。在示例中，我们使用了 DOM 方法来实现公告板，用户可以添加、删除和替换消息。</a:t>
            </a:r>
            <a:endParaRPr lang="en-US" sz="2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15729</Words>
  <Application>WPS Writer</Application>
  <PresentationFormat>Widescreen</PresentationFormat>
  <Paragraphs>680</Paragraphs>
  <Slides>47</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47</vt:i4>
      </vt:variant>
    </vt:vector>
  </HeadingPairs>
  <TitlesOfParts>
    <vt:vector size="69" baseType="lpstr">
      <vt:lpstr>Arial</vt:lpstr>
      <vt:lpstr>SimSun</vt:lpstr>
      <vt:lpstr>Wingdings</vt:lpstr>
      <vt:lpstr>Calibri</vt:lpstr>
      <vt:lpstr>Arial</vt:lpstr>
      <vt:lpstr>Helvetica Neue</vt:lpstr>
      <vt:lpstr>Times New Roman</vt:lpstr>
      <vt:lpstr>Times New Roman Regular</vt:lpstr>
      <vt:lpstr>Consolas</vt:lpstr>
      <vt:lpstr>Thonburi</vt:lpstr>
      <vt:lpstr>Menlo</vt:lpstr>
      <vt:lpstr>SimSun</vt:lpstr>
      <vt:lpstr>宋体-简</vt:lpstr>
      <vt:lpstr>Microsoft YaHei</vt:lpstr>
      <vt:lpstr>汉仪旗黑</vt:lpstr>
      <vt:lpstr>Arial Unicode MS</vt:lpstr>
      <vt:lpstr>Calibri Light</vt:lpstr>
      <vt:lpstr>ui-sans-serif</vt:lpstr>
      <vt:lpstr>ui-monospace</vt:lpstr>
      <vt:lpstr>SimSun</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valeriakhlyzoa</dc:creator>
  <cp:lastModifiedBy>Valerie</cp:lastModifiedBy>
  <cp:revision>114</cp:revision>
  <dcterms:created xsi:type="dcterms:W3CDTF">2025-12-11T06:20:59Z</dcterms:created>
  <dcterms:modified xsi:type="dcterms:W3CDTF">2025-12-11T06:20:59Z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5259F93AC10E0001B481416720093315_41</vt:lpwstr>
  </property>
  <property fmtid="{D5CDD505-2E9C-101B-9397-08002B2CF9AE}" pid="3" name="KSOProductBuildVer">
    <vt:lpwstr>1033-12.1.23152.23152</vt:lpwstr>
  </property>
</Properties>
</file>