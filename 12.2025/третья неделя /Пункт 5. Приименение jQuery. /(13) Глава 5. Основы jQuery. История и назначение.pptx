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260985" y="1649730"/>
            <a:ext cx="1178179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Основы jQuery</a:t>
            </a: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 jQuery - История </a:t>
            </a:r>
            <a:r>
              <a:rPr lang="ru-RU" alt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sz="36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назначение</a:t>
            </a:r>
            <a:endParaRPr lang="en-US" sz="3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200265" y="5497830"/>
            <a:ext cx="4842510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01675" y="857250"/>
            <a:ext cx="480314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/>
              <a:t>jQuery была создана Джоном Резигом (John Resig) в 2006 году. Это была эпоха, когда JavaScript использовался в основном для базового манипулирования DOM, и разработчики сталкивались с множеством проблем, включая: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Сложность выбора элементов и манипуляций с ними.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Разные подходы к JavaScript в браузерах, таких как Internet Explorer, Firefox и Safari.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Отсутствие простых инструментов для работы с событиями или AJAX.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365875" y="857250"/>
            <a:ext cx="531876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/>
              <a:t>jQuery 是由约翰·雷西格 (John Resig) 于 2006 年创建的。在当时的 JavaScript 开发中，开发者经常面临以下问题：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操作 DOM（文档对象模型）复杂，选择元素和操作困难。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不同浏览器（如 Internet Explorer、Firefox 和 Safari）对 JavaScript 的实现存在差异。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缺乏简单的工具来处理事件或进行 AJAX 操作。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54710" y="1520190"/>
            <a:ext cx="484949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Джон Резиг представил jQuery как библиотеку, которая: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Упрощает работу с JavaScript.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Автоматически устраняет кроссбраузерные проблемы.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Делает код более понятным и лаконичным.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407785" y="1520190"/>
            <a:ext cx="47263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约翰·雷西格发布了 jQuery，旨在：</a:t>
            </a:r>
            <a:endParaRPr lang="en-US" sz="2400"/>
          </a:p>
          <a:p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简化 JavaScript 的使用。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自动解决跨浏览器的兼容性问题。</a:t>
            </a:r>
            <a:endParaRPr lang="en-US" sz="2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sz="2400"/>
              <a:t>让代码更清晰简洁。</a:t>
            </a:r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305" y="1003935"/>
            <a:ext cx="44926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Первая версия была представлена на конференции BarCamp в Нью-Йорке, и с тех пор библиотека быстро завоевала популярность. Сегодня, несмотря на развитие современных фреймворков, таких как React, Vue.js и Angular, jQuery всё ещё используется в миллионах проектов.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586855" y="1003935"/>
            <a:ext cx="4064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的第一个版本是在纽约的 BarCamp 会议上发布的。从那时起，这个库迅速流行起来。即使在 React、Vue.js 和 Angular 等现代框架流行的今天，jQuery 仍被数百万项目使用。</a:t>
            </a:r>
            <a:endParaRPr lang="en-US"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56945" y="1122045"/>
            <a:ext cx="49009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Основное назначение jQuery – облегчение работы с JavaScript. Она позволяет разработчикам сосредоточиться на логике приложения, вместо того чтобы тратить время на сложные операции с DOM или отладку кроссбраузерных ошибок.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366510" y="1122045"/>
            <a:ext cx="51041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的主要用途是简化 JavaScript 的操作。它使开发人员可以专注于应用程序的逻辑，而不是花费大量时间在复杂的 DOM 操作或跨浏览器错误调试上。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76885" y="3771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Примеры использования:</a:t>
            </a:r>
            <a:endParaRPr lang="en-US"/>
          </a:p>
          <a:p>
            <a:r>
              <a:rPr lang="en-US"/>
              <a:t>使用场景：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76885" y="1591310"/>
            <a:ext cx="52781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Выбор элементов DOM:</a:t>
            </a:r>
            <a:endParaRPr lang="en-US"/>
          </a:p>
          <a:p>
            <a:endParaRPr lang="en-US"/>
          </a:p>
          <a:p>
            <a:r>
              <a:rPr lang="en-US"/>
              <a:t>jQuery предоставляет мощный инструмент для выбора элементов с использованием CSS-селекторов.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2484755" y="3935095"/>
            <a:ext cx="6814820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0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Выбор всех абзацев и изменение их текста.</a:t>
            </a:r>
            <a:endParaRPr sz="20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"p"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text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"Это изменённый текст!"</a:t>
            </a:r>
            <a:r>
              <a:rPr sz="20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202045" y="1591310"/>
            <a:ext cx="50438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选择 DOM 元素：</a:t>
            </a:r>
            <a:endParaRPr lang="en-US"/>
          </a:p>
          <a:p>
            <a:endParaRPr lang="en-US"/>
          </a:p>
          <a:p>
            <a:r>
              <a:rPr lang="en-US"/>
              <a:t>jQuery 提供强大的工具，使用 CSS 选择器选择元素。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76885" y="3771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Примеры использования:</a:t>
            </a:r>
            <a:endParaRPr lang="en-US"/>
          </a:p>
          <a:p>
            <a:r>
              <a:rPr lang="en-US"/>
              <a:t>使用场景：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476885" y="1697038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Обработка событий:</a:t>
            </a:r>
            <a:endParaRPr sz="1600"/>
          </a:p>
          <a:p>
            <a:endParaRPr sz="1600"/>
          </a:p>
          <a:p>
            <a:r>
              <a:rPr sz="1600"/>
              <a:t>jQuery упрощает добавление обработчиков событий, таких как клики, наведение мыши, изменение полей и другие.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3530600" y="3936365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"#button"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click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alert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"Кнопка нажата!"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161405" y="1697355"/>
            <a:ext cx="52990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事件处理：</a:t>
            </a:r>
            <a:endParaRPr lang="en-US"/>
          </a:p>
          <a:p>
            <a:endParaRPr lang="en-US"/>
          </a:p>
          <a:p>
            <a:r>
              <a:rPr lang="en-US"/>
              <a:t>jQuery 简化了事件处理，例如单击、鼠标悬停、字段更改等。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76885" y="3771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Примеры использования:</a:t>
            </a:r>
            <a:endParaRPr lang="en-US"/>
          </a:p>
          <a:p>
            <a:r>
              <a:rPr lang="en-US"/>
              <a:t>使用场景：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476885" y="1931988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Анимации:</a:t>
            </a:r>
            <a:endParaRPr sz="1600"/>
          </a:p>
          <a:p>
            <a:endParaRPr sz="1600"/>
          </a:p>
          <a:p>
            <a:r>
              <a:rPr sz="1600"/>
              <a:t>Создание эффектов, таких как плавное появление/исчезновение, сжатие/разжатие элементов и т.д.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1779905" y="4639310"/>
            <a:ext cx="9101455" cy="5530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"#box"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fadeOut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1000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Исчезновение за 1 секунду.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916295" y="1932305"/>
            <a:ext cx="50806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动画：</a:t>
            </a:r>
            <a:endParaRPr lang="en-US"/>
          </a:p>
          <a:p>
            <a:endParaRPr lang="en-US"/>
          </a:p>
          <a:p>
            <a:r>
              <a:rPr lang="en-US"/>
              <a:t>创建效果，例如淡入淡出、折叠展开等。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476885" y="3771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Примеры использования:</a:t>
            </a:r>
            <a:endParaRPr lang="en-US"/>
          </a:p>
          <a:p>
            <a:r>
              <a:rPr lang="en-US"/>
              <a:t>使用场景：</a:t>
            </a:r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45465" y="1814513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AJAX-запросы:</a:t>
            </a:r>
            <a:endParaRPr sz="1600"/>
          </a:p>
          <a:p>
            <a:endParaRPr sz="1600"/>
          </a:p>
          <a:p>
            <a:r>
              <a:rPr sz="1600"/>
              <a:t>jQuery делает AJAX-запросы простыми и удобными, позволяя загружать данные с сервера без перезагрузки страницы.</a:t>
            </a:r>
            <a:endParaRPr sz="1600"/>
          </a:p>
        </p:txBody>
      </p:sp>
      <p:sp>
        <p:nvSpPr>
          <p:cNvPr id="5" name="Text Box 4"/>
          <p:cNvSpPr txBox="1"/>
          <p:nvPr/>
        </p:nvSpPr>
        <p:spPr>
          <a:xfrm>
            <a:off x="2379980" y="4007485"/>
            <a:ext cx="743267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$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"https://api.example.com/data"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response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 {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"Ответ сервера:"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response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16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539230" y="1814830"/>
            <a:ext cx="47478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AJAX 请求：</a:t>
            </a:r>
            <a:endParaRPr lang="en-US"/>
          </a:p>
          <a:p>
            <a:endParaRPr lang="en-US"/>
          </a:p>
          <a:p>
            <a:r>
              <a:rPr lang="en-US"/>
              <a:t>jQuery 让 AJAX 请求变得简单，可以无需刷新页面就从服务器加载数据。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548640" y="4076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Преимущества jQuery </a:t>
            </a:r>
            <a:endParaRPr lang="en-US"/>
          </a:p>
          <a:p>
            <a:r>
              <a:rPr lang="en-US"/>
              <a:t>jQuery 的优点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48640" y="1583055"/>
            <a:ext cx="594233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Простой синтаксис: Код на jQuery более читаем, чем стандартный JavaScript.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Кроссбраузерная совместимость: jQuery избавляет от необходимости писать различные версии кода для разных браузеров.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Множество плагинов: Существует огромное количество готовых решений, которые можно использовать, например, карусели, модальные окна, таблицы.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Сообщество: Большое сообщество пользователей, множество руководств и примеров.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Поддержка AJAX и анимаций: Простые методы для динамических страниц.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763385" y="1583055"/>
            <a:ext cx="4829175" cy="3860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简洁的语法：jQuery 的代码比原生 JavaScript 更易读。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跨浏览器兼容性：无需为不同浏览器编写代码，jQuery 自动解决兼容性问题。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丰富的插件：提供大量现成的插件，例如轮播图、模态窗口和表格。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活跃的社区：拥有庞大的用户群体和丰富的教程资源。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支持 AJAX 和动画：简单的方法让页面更加动态化。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50875" y="387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Недостатки jQuery</a:t>
            </a:r>
            <a:endParaRPr lang="en-US"/>
          </a:p>
          <a:p>
            <a:r>
              <a:rPr lang="en-US"/>
              <a:t>jQuery 的缺点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50875" y="1458595"/>
            <a:ext cx="49930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Большой размер библиотеки: Для небольших проектов использование библиотеки может быть избыточным.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Устаревание: С появлением современных фреймворков, таких как React и Vue.js, популярность jQuery снижается.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Медлительность: Для больших проектов производительность jQuery может быть ниже, чем у современных решений.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967095" y="1458595"/>
            <a:ext cx="49930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库的大小较大：对于小型项目，使用 jQuery 可能显得多余。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逐渐过时：随着现代框架（如 React 和 Vue.js）的出现，jQuery 的流行度逐渐降低。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性能较低：在大型项目中，jQuery 的性能可能不如现代解决方案。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875030" y="857885"/>
            <a:ext cx="102273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just"/>
            <a:r>
              <a:rPr lang="en-US"/>
              <a:t>jQuery сыграла важную роль в истории веб-разработки, предоставив разработчикам простые инструменты для решения сложных задач. Несмотря на то, что популярность библиотеки снижается, она всё ещё остаётся полезным инструментом для небольших проектов и старых систем.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75030" y="2969260"/>
            <a:ext cx="10370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jQuery 在 Web 开发历史中发挥了重要作用，为开发人员提供了简化复杂任务的工具。尽管它的受欢迎程度逐渐下降，但对于小型项目和旧系统来说，它仍然是一个有用的工具。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4268</Words>
  <Application>WPS Writer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Menlo</vt:lpstr>
      <vt:lpstr>SimSun</vt:lpstr>
      <vt:lpstr>宋体-简</vt:lpstr>
      <vt:lpstr>Microsoft YaHei</vt:lpstr>
      <vt:lpstr>汉仪旗黑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24</cp:revision>
  <dcterms:created xsi:type="dcterms:W3CDTF">2024-12-09T05:39:55Z</dcterms:created>
  <dcterms:modified xsi:type="dcterms:W3CDTF">2024-12-09T05:39:55Z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76A2C5835F57F9EC75DE4167818CD3C3_41</vt:lpwstr>
  </property>
  <property fmtid="{D5CDD505-2E9C-101B-9397-08002B2CF9AE}" pid="3" name="KSOProductBuildVer">
    <vt:lpwstr>1033-6.10.1.8197</vt:lpwstr>
  </property>
</Properties>
</file>